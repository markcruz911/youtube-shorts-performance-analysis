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41b03d0e3e4afd" /><Relationship Type="http://schemas.openxmlformats.org/officeDocument/2006/relationships/extended-properties" Target="/docProps/app.xml" Id="R892b20dabcdb432a" /><Relationship Type="http://schemas.openxmlformats.org/officeDocument/2006/relationships/officeDocument" Target="/ppt/presentation.xml" Id="R663e94cf94dc4d0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bd9dc9757884dd9"/>
  </p:sldMasterIdLst>
  <p:notesMasterIdLst>
    <p:notesMasterId xmlns:r="http://schemas.openxmlformats.org/officeDocument/2006/relationships" r:id="R2f7d44c129ca436f"/>
  </p:notesMasterIdLst>
  <p:sldIdLst>
    <p:sldId xmlns:r="http://schemas.openxmlformats.org/officeDocument/2006/relationships" id="256" r:id="R8dd217dd88964a1b"/>
    <p:sldId xmlns:r="http://schemas.openxmlformats.org/officeDocument/2006/relationships" id="268" r:id="R89d088154dbc4bc8"/>
    <p:sldId xmlns:r="http://schemas.openxmlformats.org/officeDocument/2006/relationships" id="267" r:id="Rd10dc6bd84bf4c16"/>
    <p:sldId xmlns:r="http://schemas.openxmlformats.org/officeDocument/2006/relationships" id="262" r:id="R43b066cf5e9f466e"/>
    <p:sldId xmlns:r="http://schemas.openxmlformats.org/officeDocument/2006/relationships" id="266" r:id="Rc6961ef798224e08"/>
    <p:sldId xmlns:r="http://schemas.openxmlformats.org/officeDocument/2006/relationships" id="261" r:id="Rfa5b8e836e2e4751"/>
    <p:sldId xmlns:r="http://schemas.openxmlformats.org/officeDocument/2006/relationships" id="265" r:id="Ra9950c669db94c6b"/>
    <p:sldId xmlns:r="http://schemas.openxmlformats.org/officeDocument/2006/relationships" id="260" r:id="R643fbee54a68466a"/>
    <p:sldId xmlns:r="http://schemas.openxmlformats.org/officeDocument/2006/relationships" id="264" r:id="Rb46377b1f4974779"/>
    <p:sldId xmlns:r="http://schemas.openxmlformats.org/officeDocument/2006/relationships" id="259" r:id="R60707c4c76ce437f"/>
    <p:sldId xmlns:r="http://schemas.openxmlformats.org/officeDocument/2006/relationships" id="258" r:id="R2efa6a2029ec4ec4"/>
    <p:sldId xmlns:r="http://schemas.openxmlformats.org/officeDocument/2006/relationships" id="257" r:id="Re74ce21516704863"/>
    <p:sldId xmlns:r="http://schemas.openxmlformats.org/officeDocument/2006/relationships" id="263" r:id="R2aad88694e244d46"/>
  </p:sldIdLst>
  <p:sldSz cx="7772400" cy="10058400"/>
  <p:notesSz cx="6858000" cy="9144000"/>
  <p:embeddedFontLst>
    <p:embeddedFont>
      <p:font typeface="Google Sans SemiBold"/>
      <p:regular xmlns:r="http://schemas.openxmlformats.org/officeDocument/2006/relationships" r:id="R3deec01814884c64"/>
      <p:bold xmlns:r="http://schemas.openxmlformats.org/officeDocument/2006/relationships" r:id="R94fd25714fb04ad5"/>
      <p:italic xmlns:r="http://schemas.openxmlformats.org/officeDocument/2006/relationships" r:id="R12dd71fb32dc41c3"/>
      <p:boldItalic xmlns:r="http://schemas.openxmlformats.org/officeDocument/2006/relationships" r:id="Rb75a04da847c4918"/>
    </p:embeddedFont>
    <p:embeddedFont>
      <p:font typeface="Roboto"/>
      <p:regular xmlns:r="http://schemas.openxmlformats.org/officeDocument/2006/relationships" r:id="R636629c094e74e5e"/>
      <p:bold xmlns:r="http://schemas.openxmlformats.org/officeDocument/2006/relationships" r:id="R9399a3a88fec4ab2"/>
      <p:italic xmlns:r="http://schemas.openxmlformats.org/officeDocument/2006/relationships" r:id="Ra854fa566df343d6"/>
      <p:boldItalic xmlns:r="http://schemas.openxmlformats.org/officeDocument/2006/relationships" r:id="Re05ffc51123c4d05"/>
    </p:embeddedFont>
    <p:embeddedFont>
      <p:font typeface="PT Sans Narrow"/>
      <p:regular xmlns:r="http://schemas.openxmlformats.org/officeDocument/2006/relationships" r:id="Rec0e16e402674090"/>
      <p:bold xmlns:r="http://schemas.openxmlformats.org/officeDocument/2006/relationships" r:id="Rbc6979dbbe354d5a"/>
    </p:embeddedFont>
    <p:embeddedFont>
      <p:font typeface="Lato"/>
      <p:regular xmlns:r="http://schemas.openxmlformats.org/officeDocument/2006/relationships" r:id="R938475d123c64c65"/>
      <p:bold xmlns:r="http://schemas.openxmlformats.org/officeDocument/2006/relationships" r:id="R4460c245af5447fe"/>
      <p:italic xmlns:r="http://schemas.openxmlformats.org/officeDocument/2006/relationships" r:id="R7ef05e82c0944914"/>
      <p:boldItalic xmlns:r="http://schemas.openxmlformats.org/officeDocument/2006/relationships" r:id="R26c6d958bfad4728"/>
    </p:embeddedFont>
    <p:embeddedFont>
      <p:font typeface="Google Sans"/>
      <p:regular xmlns:r="http://schemas.openxmlformats.org/officeDocument/2006/relationships" r:id="R28d80ee17d274a4b"/>
      <p:bold xmlns:r="http://schemas.openxmlformats.org/officeDocument/2006/relationships" r:id="R35b4064121f7407f"/>
      <p:italic xmlns:r="http://schemas.openxmlformats.org/officeDocument/2006/relationships" r:id="R5d277f8087f749f0"/>
      <p:boldItalic xmlns:r="http://schemas.openxmlformats.org/officeDocument/2006/relationships" r:id="Rbbc2814fe1bc42e8"/>
    </p:embeddedFont>
    <p:embeddedFont>
      <p:font typeface="Work Sans"/>
      <p:regular xmlns:r="http://schemas.openxmlformats.org/officeDocument/2006/relationships" r:id="R16fe4bf7895b4f7b"/>
      <p:bold xmlns:r="http://schemas.openxmlformats.org/officeDocument/2006/relationships" r:id="R21528810c6a24787"/>
      <p:italic xmlns:r="http://schemas.openxmlformats.org/officeDocument/2006/relationships" r:id="R3f7a9ce670de4f98"/>
      <p:boldItalic xmlns:r="http://schemas.openxmlformats.org/officeDocument/2006/relationships" r:id="R444cb61f93f7430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6d257a30b4334f9c" /><Relationship Type="http://schemas.openxmlformats.org/officeDocument/2006/relationships/slideMaster" Target="/ppt/slideMasters/slideMaster1.xml" Id="R3bd9dc9757884dd9" /><Relationship Type="http://schemas.openxmlformats.org/officeDocument/2006/relationships/notesMaster" Target="/ppt/notesMasters/notesMaster1.xml" Id="R2f7d44c129ca436f" /><Relationship Type="http://schemas.openxmlformats.org/officeDocument/2006/relationships/presProps" Target="/ppt/presProps.xml" Id="Rc944f9d0b749408d" /><Relationship Type="http://schemas.openxmlformats.org/officeDocument/2006/relationships/viewProps" Target="/ppt/viewProps.xml" Id="Rd9a3fcd2925e4824" /><Relationship Type="http://schemas.openxmlformats.org/officeDocument/2006/relationships/tableStyles" Target="/ppt/tableStyles.xml" Id="R6fda21920ced4aa2" /><Relationship Type="http://schemas.openxmlformats.org/officeDocument/2006/relationships/font" Target="/ppt/fonts/font.dat" Id="R3deec01814884c64" /><Relationship Type="http://schemas.openxmlformats.org/officeDocument/2006/relationships/font" Target="/ppt/fonts/font2.dat" Id="R94fd25714fb04ad5" /><Relationship Type="http://schemas.openxmlformats.org/officeDocument/2006/relationships/font" Target="/ppt/fonts/font3.dat" Id="R12dd71fb32dc41c3" /><Relationship Type="http://schemas.openxmlformats.org/officeDocument/2006/relationships/font" Target="/ppt/fonts/font4.dat" Id="Rb75a04da847c4918" /><Relationship Type="http://schemas.openxmlformats.org/officeDocument/2006/relationships/font" Target="/ppt/fonts/font5.dat" Id="R636629c094e74e5e" /><Relationship Type="http://schemas.openxmlformats.org/officeDocument/2006/relationships/font" Target="/ppt/fonts/font6.dat" Id="R9399a3a88fec4ab2" /><Relationship Type="http://schemas.openxmlformats.org/officeDocument/2006/relationships/font" Target="/ppt/fonts/font7.dat" Id="Ra854fa566df343d6" /><Relationship Type="http://schemas.openxmlformats.org/officeDocument/2006/relationships/font" Target="/ppt/fonts/font8.dat" Id="Re05ffc51123c4d05" /><Relationship Type="http://schemas.openxmlformats.org/officeDocument/2006/relationships/font" Target="/ppt/fonts/font9.dat" Id="Rec0e16e402674090" /><Relationship Type="http://schemas.openxmlformats.org/officeDocument/2006/relationships/font" Target="/ppt/fonts/font10.dat" Id="Rbc6979dbbe354d5a" /><Relationship Type="http://schemas.openxmlformats.org/officeDocument/2006/relationships/font" Target="/ppt/fonts/font11.dat" Id="R938475d123c64c65" /><Relationship Type="http://schemas.openxmlformats.org/officeDocument/2006/relationships/font" Target="/ppt/fonts/font12.dat" Id="R4460c245af5447fe" /><Relationship Type="http://schemas.openxmlformats.org/officeDocument/2006/relationships/font" Target="/ppt/fonts/font13.dat" Id="R7ef05e82c0944914" /><Relationship Type="http://schemas.openxmlformats.org/officeDocument/2006/relationships/font" Target="/ppt/fonts/font14.dat" Id="R26c6d958bfad4728" /><Relationship Type="http://schemas.openxmlformats.org/officeDocument/2006/relationships/font" Target="/ppt/fonts/font15.dat" Id="R28d80ee17d274a4b" /><Relationship Type="http://schemas.openxmlformats.org/officeDocument/2006/relationships/font" Target="/ppt/fonts/font16.dat" Id="R35b4064121f7407f" /><Relationship Type="http://schemas.openxmlformats.org/officeDocument/2006/relationships/font" Target="/ppt/fonts/font17.dat" Id="R5d277f8087f749f0" /><Relationship Type="http://schemas.openxmlformats.org/officeDocument/2006/relationships/font" Target="/ppt/fonts/font18.dat" Id="Rbbc2814fe1bc42e8" /><Relationship Type="http://schemas.openxmlformats.org/officeDocument/2006/relationships/font" Target="/ppt/fonts/font19.dat" Id="R16fe4bf7895b4f7b" /><Relationship Type="http://schemas.openxmlformats.org/officeDocument/2006/relationships/font" Target="/ppt/fonts/font20.dat" Id="R21528810c6a24787" /><Relationship Type="http://schemas.openxmlformats.org/officeDocument/2006/relationships/font" Target="/ppt/fonts/font21.dat" Id="R3f7a9ce670de4f98" /><Relationship Type="http://schemas.openxmlformats.org/officeDocument/2006/relationships/font" Target="/ppt/fonts/font22.dat" Id="R444cb61f93f74305" /><Relationship Type="http://schemas.openxmlformats.org/officeDocument/2006/relationships/slide" Target="/ppt/slides/slide1.xml" Id="R8dd217dd88964a1b" /><Relationship Type="http://schemas.openxmlformats.org/officeDocument/2006/relationships/slide" Target="/ppt/slides/slide2.xml" Id="Re74ce21516704863" /><Relationship Type="http://schemas.openxmlformats.org/officeDocument/2006/relationships/slide" Target="/ppt/slides/slide3.xml" Id="R2efa6a2029ec4ec4" /><Relationship Type="http://schemas.openxmlformats.org/officeDocument/2006/relationships/slide" Target="/ppt/slides/slide4.xml" Id="R60707c4c76ce437f" /><Relationship Type="http://schemas.openxmlformats.org/officeDocument/2006/relationships/slide" Target="/ppt/slides/slide5.xml" Id="R643fbee54a68466a" /><Relationship Type="http://schemas.openxmlformats.org/officeDocument/2006/relationships/slide" Target="/ppt/slides/slide6.xml" Id="Rfa5b8e836e2e4751" /><Relationship Type="http://schemas.openxmlformats.org/officeDocument/2006/relationships/slide" Target="/ppt/slides/slide7.xml" Id="R43b066cf5e9f466e" /><Relationship Type="http://schemas.openxmlformats.org/officeDocument/2006/relationships/slide" Target="/ppt/slides/slide8.xml" Id="R2aad88694e244d46" /><Relationship Type="http://schemas.openxmlformats.org/officeDocument/2006/relationships/slide" Target="/ppt/slides/slide9.xml" Id="Rb46377b1f4974779" /><Relationship Type="http://schemas.openxmlformats.org/officeDocument/2006/relationships/slide" Target="/ppt/slides/slide10.xml" Id="Ra9950c669db94c6b" /><Relationship Type="http://schemas.openxmlformats.org/officeDocument/2006/relationships/slide" Target="/ppt/slides/slide11.xml" Id="Rc6961ef798224e08" /><Relationship Type="http://schemas.openxmlformats.org/officeDocument/2006/relationships/slide" Target="/ppt/slides/slide12.xml" Id="Rd10dc6bd84bf4c16" /><Relationship Type="http://schemas.openxmlformats.org/officeDocument/2006/relationships/slide" Target="/ppt/slides/slide13.xml" Id="R89d088154dbc4b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fe88fabed74e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5465d15f774e92" /><Relationship Type="http://schemas.openxmlformats.org/officeDocument/2006/relationships/notesMaster" Target="/ppt/notesMasters/notesMaster1.xml" Id="Ra569bc7537114a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3a32d55742441d" /><Relationship Type="http://schemas.openxmlformats.org/officeDocument/2006/relationships/notesMaster" Target="/ppt/notesMasters/notesMaster1.xml" Id="Ra69bf4e1999b49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6453ce1fc14f78" /><Relationship Type="http://schemas.openxmlformats.org/officeDocument/2006/relationships/notesMaster" Target="/ppt/notesMasters/notesMaster1.xml" Id="R8acf5ac026714d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d96f56b2d94591" /><Relationship Type="http://schemas.openxmlformats.org/officeDocument/2006/relationships/notesMaster" Target="/ppt/notesMasters/notesMaster1.xml" Id="R791b6c26a7d442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a814de5b75484a" /><Relationship Type="http://schemas.openxmlformats.org/officeDocument/2006/relationships/notesMaster" Target="/ppt/notesMasters/notesMaster1.xml" Id="R2c7bfa38f5ba45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31b076dbe44728" /><Relationship Type="http://schemas.openxmlformats.org/officeDocument/2006/relationships/notesMaster" Target="/ppt/notesMasters/notesMaster1.xml" Id="R26116d5f33c64a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6b5a003c784e48" /><Relationship Type="http://schemas.openxmlformats.org/officeDocument/2006/relationships/notesMaster" Target="/ppt/notesMasters/notesMaster1.xml" Id="R00ea2509815142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376a6ff98c42b4" /><Relationship Type="http://schemas.openxmlformats.org/officeDocument/2006/relationships/notesMaster" Target="/ppt/notesMasters/notesMaster1.xml" Id="R4347271f8e994f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f8b757ca704ee3" /><Relationship Type="http://schemas.openxmlformats.org/officeDocument/2006/relationships/notesMaster" Target="/ppt/notesMasters/notesMaster1.xml" Id="Rf92d7d8d602441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da9f9b0abd49f4" /><Relationship Type="http://schemas.openxmlformats.org/officeDocument/2006/relationships/notesMaster" Target="/ppt/notesMasters/notesMaster1.xml" Id="R2066fac74b014a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6b5ce7ade14a79" /><Relationship Type="http://schemas.openxmlformats.org/officeDocument/2006/relationships/notesMaster" Target="/ppt/notesMasters/notesMaster1.xml" Id="Rca5ba76416d047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69e0286f954329" /><Relationship Type="http://schemas.openxmlformats.org/officeDocument/2006/relationships/notesMaster" Target="/ppt/notesMasters/notesMaster1.xml" Id="Rfa307429b1b54f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0bd413d38744f11" /><Relationship Type="http://schemas.openxmlformats.org/officeDocument/2006/relationships/notesMaster" Target="/ppt/notesMasters/notesMaster1.xml" Id="R99de021cd98645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user-provided notebook outputs and screenshots from YouTube Shorts Performance Analysis, reviewed September 21, 2026. Figures describe 346 exported videos. Proposed actions and owners are recommendations, not approved commitments.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Chart source: user-provided notebook screenshot 7ac420df-a08c-4b96-9625-1cbf98446af8.png. Original chart embedded as an image, with notebook interface cropped from the slide view. Chart marks are not editable PowerPoint objects. All conclusions refer to 346 exported Shorts.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Chart source: user-provided notebook screenshot f2d84eee-3f2d-47c5-bcfb-34887db59d93.png. Original chart embedded as an image, with notebook interface cropped from the slide view. Chart marks are not editable PowerPoint objects. All conclusions refer to 346 exported Shorts.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Chart source: user-provided notebook screenshot 6c038992-33ab-497f-afd1-17cee2934cbe.png. Original chart embedded as an image, with notebook interface cropped from the slide view. Chart marks are not editable PowerPoint objects. All conclusions refer to 346 exported Shorts.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Chart source: user-provided notebook screenshot 18c50124-fe21-4f8d-acaf-232f839392a3.png. Original chart embedded as an image, with notebook interface cropped from the slide view. Chart marks are not editable PowerPoint objects. All conclusions refer to 346 exported Shorts.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Chart source: user-provided notebook screenshot f48e18bd-ec69-4c30-8119-ae8a3baf9826.png. Original chart embedded as an image, with notebook interface cropped from the slide view. Chart marks are not editable PowerPoint objects. All conclusions refer to 346 exported Shorts.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Chart source: user-provided notebook screenshot 94b6e543-c9ad-4784-a6fd-afccd7a0fdbf.png. Original chart embedded as an image, with notebook interface cropped from the slide view. Chart marks are not editable PowerPoint objects. All conclusions refer to 346 exported Shorts.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user-provided notebook outputs and screenshots from YouTube Shorts Performance Analysis, reviewed September 21, 2026. Figures describe 346 exported videos. Proposed actions and owners are recommendations, not approved commitments.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user-provided notebook outputs and screenshots from YouTube Shorts Performance Analysis, reviewed September 21, 2026. Figures describe 346 exported videos. Proposed actions and owners are recommendations, not approved commitments.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user-provided notebook outputs and screenshots from YouTube Shorts Performance Analysis, reviewed September 21, 2026. Figures describe 346 exported videos. Proposed actions and owners are recommendations, not approved commitments.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user-provided notebook outputs and screenshots from YouTube Shorts Performance Analysis, reviewed September 21, 2026. Figures describe 346 exported videos. Proposed actions and owners are recommendations, not approved commitments.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user-provided notebook outputs and screenshots from YouTube Shorts Performance Analysis, reviewed September 21, 2026. Figures describe 346 exported videos. Proposed actions and owners are recommendations, not approved commitments.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user-provided notebook outputs and screenshots from YouTube Shorts Performance Analysis, reviewed September 21, 2026. Figures describe 346 exported videos. Proposed actions and owners are recommendations, not approved commitments. Metric definitions: https://support.google.com/youtube/answer/12220281 and https://support.google.com/youtube/answer/7628154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152753e9f145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0e3ece52be44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c0fbc54f02495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726f19135440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e50dc5b0f542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b1b4a137ed4487" /></Relationships>
</file>

<file path=ppt/slideLayouts/slideLayout1.xml><?xml version="1.0" encoding="utf-8"?>
<p:sldLayout xmlns:p="http://schemas.openxmlformats.org/presentationml/2006/main" matchingName="Layout 1" type="title">
  <p:cSld name="TITLE">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6AF4FA42-0D12-4069-B3CA-3B0E44EAC9F9}"/>
              </a:ext>
            </a:extLst>
          </p:cNvPr>
          <p:cNvSpPr>
            <a:spLocks xmlns:a="http://schemas.openxmlformats.org/drawingml/2006/main" noGrp="1"/>
          </p:cNvSpPr>
          <p:nvPr/>
        </p:nvSpPr>
        <p:spPr>
          <a:xfrm xmlns:a="http://schemas.openxmlformats.org/drawingml/2006/main" rot="-5400000" flipH="0" flipV="0">
            <a:off x="875527" y="1370824"/>
            <a:ext cx="451799" cy="259113"/>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13" name="Google Shape;13;p2">
            <a:extLst xmlns:a="http://schemas.openxmlformats.org/drawingml/2006/main">
              <a:ext uri="{FF2B5EF4-FFF2-40B4-BE49-F238E27FC236}">
                <a16:creationId xmlns:a16="http://schemas.microsoft.com/office/drawing/2014/main" id="{99B77170-CFDE-4AAD-AE0F-9BE02E752B46}"/>
              </a:ext>
            </a:extLst>
          </p:cNvPr>
          <p:cNvSpPr>
            <a:spLocks xmlns:a="http://schemas.openxmlformats.org/drawingml/2006/main" noGrp="1"/>
          </p:cNvSpPr>
          <p:nvPr/>
        </p:nvSpPr>
        <p:spPr>
          <a:xfrm xmlns:a="http://schemas.openxmlformats.org/drawingml/2006/main" rot="-5400000" flipH="0" flipV="0">
            <a:off x="2734127" y="1370824"/>
            <a:ext cx="451799" cy="259113"/>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14" name="Google Shape;14;p2">
            <a:extLst xmlns:a="http://schemas.openxmlformats.org/drawingml/2006/main">
              <a:ext uri="{FF2B5EF4-FFF2-40B4-BE49-F238E27FC236}">
                <a16:creationId xmlns:a16="http://schemas.microsoft.com/office/drawing/2014/main" id="{92F3BEAB-0FAF-4CF5-8C14-4CB2F80610C6}"/>
              </a:ext>
            </a:extLst>
          </p:cNvPr>
          <p:cNvSpPr>
            <a:spLocks xmlns:a="http://schemas.openxmlformats.org/drawingml/2006/main" noGrp="1"/>
          </p:cNvSpPr>
          <p:nvPr/>
        </p:nvSpPr>
        <p:spPr>
          <a:xfrm xmlns:a="http://schemas.openxmlformats.org/drawingml/2006/main" rot="-5400000" flipH="0" flipV="0">
            <a:off x="4592728" y="1370824"/>
            <a:ext cx="451799" cy="259113"/>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15" name="Google Shape;15;p2">
            <a:extLst xmlns:a="http://schemas.openxmlformats.org/drawingml/2006/main">
              <a:ext uri="{FF2B5EF4-FFF2-40B4-BE49-F238E27FC236}">
                <a16:creationId xmlns:a16="http://schemas.microsoft.com/office/drawing/2014/main" id="{5F6CBE89-54EE-4C8C-A72B-D4A8F76A93E0}"/>
              </a:ext>
            </a:extLst>
          </p:cNvPr>
          <p:cNvSpPr>
            <a:spLocks xmlns:a="http://schemas.openxmlformats.org/drawingml/2006/main" noGrp="1"/>
          </p:cNvSpPr>
          <p:nvPr/>
        </p:nvSpPr>
        <p:spPr>
          <a:xfrm xmlns:a="http://schemas.openxmlformats.org/drawingml/2006/main" rot="-5400000" flipH="0" flipV="0">
            <a:off x="6451327" y="1370824"/>
            <a:ext cx="451799" cy="259113"/>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16" name="Google Shape;16;p2">
            <a:extLst xmlns:a="http://schemas.openxmlformats.org/drawingml/2006/main">
              <a:ext uri="{FF2B5EF4-FFF2-40B4-BE49-F238E27FC236}">
                <a16:creationId xmlns:a16="http://schemas.microsoft.com/office/drawing/2014/main" id="{D09C9AC9-F61F-4384-80D4-C7791288925C}"/>
              </a:ext>
            </a:extLst>
          </p:cNvPr>
          <p:cNvSpPr>
            <a:spLocks xmlns:a="http://schemas.openxmlformats.org/drawingml/2006/main" noGrp="1"/>
          </p:cNvSpPr>
          <p:nvPr/>
        </p:nvSpPr>
        <p:spPr>
          <a:xfrm xmlns:a="http://schemas.openxmlformats.org/drawingml/2006/main">
            <a:off x="172050" y="2765600"/>
            <a:ext cx="3076800" cy="7293000"/>
          </a:xfrm>
          <a:prstGeom xmlns:a="http://schemas.openxmlformats.org/drawingml/2006/main" prst="roundRect">
            <a:avLst>
              <a:gd name="adj" fmla="val 0"/>
            </a:avLst>
          </a:prstGeom>
          <a:solidFill xmlns:a="http://schemas.openxmlformats.org/drawingml/2006/main">
            <a:srgbClr val="CCCCC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18" name="Google Shape;18;p2">
            <a:extLst xmlns:a="http://schemas.openxmlformats.org/drawingml/2006/main">
              <a:ext uri="{FF2B5EF4-FFF2-40B4-BE49-F238E27FC236}">
                <a16:creationId xmlns:a16="http://schemas.microsoft.com/office/drawing/2014/main" id="{1B3E1185-8B1B-4C0B-8824-6DB766A6AC33}"/>
              </a:ext>
            </a:extLst>
          </p:cNvPr>
          <p:cNvSpPr>
            <a:spLocks xmlns:a="http://schemas.openxmlformats.org/drawingml/2006/main" noGrp="1"/>
          </p:cNvSpPr>
          <p:nvPr/>
        </p:nvSpPr>
        <p:spPr>
          <a:xfrm xmlns:a="http://schemas.openxmlformats.org/drawingml/2006/main" rot="-5400000" flipH="0" flipV="0">
            <a:off x="872402" y="2604549"/>
            <a:ext cx="451799" cy="259113"/>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19" name="Google Shape;19;p2">
            <a:extLst xmlns:a="http://schemas.openxmlformats.org/drawingml/2006/main">
              <a:ext uri="{FF2B5EF4-FFF2-40B4-BE49-F238E27FC236}">
                <a16:creationId xmlns:a16="http://schemas.microsoft.com/office/drawing/2014/main" id="{B238504B-DC3A-416E-84D3-83098B41D16C}"/>
              </a:ext>
            </a:extLst>
          </p:cNvPr>
          <p:cNvSpPr>
            <a:spLocks xmlns:a="http://schemas.openxmlformats.org/drawingml/2006/main" noGrp="1"/>
          </p:cNvSpPr>
          <p:nvPr/>
        </p:nvSpPr>
        <p:spPr>
          <a:xfrm xmlns:a="http://schemas.openxmlformats.org/drawingml/2006/main" rot="-5400000" flipH="0" flipV="0">
            <a:off x="2731002" y="2604549"/>
            <a:ext cx="451799" cy="259113"/>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20" name="Google Shape;20;p2">
            <a:extLst xmlns:a="http://schemas.openxmlformats.org/drawingml/2006/main">
              <a:ext uri="{FF2B5EF4-FFF2-40B4-BE49-F238E27FC236}">
                <a16:creationId xmlns:a16="http://schemas.microsoft.com/office/drawing/2014/main" id="{DA5E624F-B817-4345-89CE-72D9B9A4894E}"/>
              </a:ext>
            </a:extLst>
          </p:cNvPr>
          <p:cNvSpPr>
            <a:spLocks xmlns:a="http://schemas.openxmlformats.org/drawingml/2006/main" noGrp="1"/>
          </p:cNvSpPr>
          <p:nvPr/>
        </p:nvSpPr>
        <p:spPr>
          <a:xfrm xmlns:a="http://schemas.openxmlformats.org/drawingml/2006/main" rot="-5400000" flipH="0" flipV="0">
            <a:off x="4589603" y="2604549"/>
            <a:ext cx="451799" cy="259113"/>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21" name="Google Shape;21;p2">
            <a:extLst xmlns:a="http://schemas.openxmlformats.org/drawingml/2006/main">
              <a:ext uri="{FF2B5EF4-FFF2-40B4-BE49-F238E27FC236}">
                <a16:creationId xmlns:a16="http://schemas.microsoft.com/office/drawing/2014/main" id="{B4824473-2672-44EE-9519-1C7D680EE6CF}"/>
              </a:ext>
            </a:extLst>
          </p:cNvPr>
          <p:cNvSpPr>
            <a:spLocks xmlns:a="http://schemas.openxmlformats.org/drawingml/2006/main" noGrp="1"/>
          </p:cNvSpPr>
          <p:nvPr/>
        </p:nvSpPr>
        <p:spPr>
          <a:xfrm xmlns:a="http://schemas.openxmlformats.org/drawingml/2006/main" rot="-5400000" flipH="0" flipV="0">
            <a:off x="6448202" y="2604549"/>
            <a:ext cx="451799" cy="259113"/>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cxnSp>
        <p:nvCxnSpPr>
          <p:cNvPr id="105" name="Google Shape;22;p2"/>
          <p:cNvCxnSpPr>
            <a:stCxn xmlns:a="http://schemas.openxmlformats.org/drawingml/2006/main" id="12" idx="0"/>
          </p:cNvCxnSpPr>
          <p:nvPr/>
        </p:nvCxnSpPr>
        <p:spPr>
          <a:xfrm xmlns:a="http://schemas.openxmlformats.org/drawingml/2006/main">
            <a:off x="172055" y="1500381"/>
            <a:ext cx="0" cy="8590500"/>
          </a:xfrm>
          <a:prstGeom xmlns:a="http://schemas.openxmlformats.org/drawingml/2006/main" prst="straightConnector1">
            <a:avLst/>
          </a:prstGeom>
          <a:ln xmlns:a="http://schemas.openxmlformats.org/drawingml/2006/main" w="9525" cap="flat">
            <a:solidFill>
              <a:srgbClr val="CCCCCC"/>
            </a:solidFill>
            <a:prstDash val="solid"/>
            <a:round/>
            <a:headEnd type="none" w="med" len="med"/>
            <a:tailEnd type="none" w="med" len="med"/>
          </a:ln>
        </p:spPr>
      </p:cxnSp>
      <p:cxnSp>
        <p:nvCxnSpPr>
          <p:cNvPr id="106" name="Google Shape;23;p2"/>
          <p:cNvCxnSpPr/>
          <p:nvPr/>
        </p:nvCxnSpPr>
        <p:spPr>
          <a:xfrm xmlns:a="http://schemas.openxmlformats.org/drawingml/2006/main">
            <a:off x="7603480" y="1500381"/>
            <a:ext cx="0" cy="8590500"/>
          </a:xfrm>
          <a:prstGeom xmlns:a="http://schemas.openxmlformats.org/drawingml/2006/main" prst="straightConnector1">
            <a:avLst/>
          </a:prstGeom>
          <a:ln xmlns:a="http://schemas.openxmlformats.org/drawingml/2006/main" w="9525" cap="flat">
            <a:solidFill>
              <a:srgbClr val="CCCCCC"/>
            </a:solidFill>
            <a:prstDash val="solid"/>
            <a:round/>
            <a:headEnd type="none" w="med" len="med"/>
            <a:tailEnd type="none" w="med" len="med"/>
          </a:ln>
        </p:spPr>
      </p:cxnSp>
      <p:sp>
        <p:nvSpPr>
          <p:cNvPr id="25" name="Google Shape;25;p2">
            <a:extLst xmlns:a="http://schemas.openxmlformats.org/drawingml/2006/main">
              <a:ext uri="{FF2B5EF4-FFF2-40B4-BE49-F238E27FC236}">
                <a16:creationId xmlns:a16="http://schemas.microsoft.com/office/drawing/2014/main" id="{0D54B3E2-D0BB-4289-8E74-27051D9E511A}"/>
              </a:ext>
            </a:extLst>
          </p:cNvPr>
          <p:cNvSpPr>
            <a:spLocks xmlns:a="http://schemas.openxmlformats.org/drawingml/2006/main" noGrp="1"/>
          </p:cNvSpPr>
          <p:nvPr/>
        </p:nvSpPr>
        <p:spPr>
          <a:xfrm xmlns:a="http://schemas.openxmlformats.org/drawingml/2006/main" rot="5400000" flipH="0" flipV="0">
            <a:off x="3097725" y="3727825"/>
            <a:ext cx="583500" cy="281100"/>
          </a:xfrm>
          <a:prstGeom xmlns:a="http://schemas.openxmlformats.org/drawingml/2006/main" prst="trapezoid">
            <a:avLst>
              <a:gd name="adj" fmla="val 102819"/>
            </a:avLst>
          </a:prstGeom>
          <a:solidFill xmlns:a="http://schemas.openxmlformats.org/drawingml/2006/main">
            <a:srgbClr val="4F4F4F"/>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26" name="Google Shape;26;p2">
            <a:extLst xmlns:a="http://schemas.openxmlformats.org/drawingml/2006/main">
              <a:ext uri="{FF2B5EF4-FFF2-40B4-BE49-F238E27FC236}">
                <a16:creationId xmlns:a16="http://schemas.microsoft.com/office/drawing/2014/main" id="{0E900C76-DDE2-448C-81DD-8F9B7FA4A35E}"/>
              </a:ext>
            </a:extLst>
          </p:cNvPr>
          <p:cNvSpPr>
            <a:spLocks xmlns:a="http://schemas.openxmlformats.org/drawingml/2006/main" noGrp="1"/>
          </p:cNvSpPr>
          <p:nvPr/>
        </p:nvSpPr>
        <p:spPr>
          <a:xfrm xmlns:a="http://schemas.openxmlformats.org/drawingml/2006/main" rot="0" flipH="0" flipV="0">
            <a:off x="0" y="3413775"/>
            <a:ext cx="3529800" cy="453000"/>
          </a:xfrm>
          <a:prstGeom xmlns:a="http://schemas.openxmlformats.org/drawingml/2006/main" prst="rect">
            <a:avLst/>
          </a:prstGeom>
          <a:solidFill xmlns:a="http://schemas.openxmlformats.org/drawingml/2006/main">
            <a:srgbClr val="666666"/>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28" name="Google Shape;28;p2">
            <a:extLst xmlns:a="http://schemas.openxmlformats.org/drawingml/2006/main">
              <a:ext uri="{FF2B5EF4-FFF2-40B4-BE49-F238E27FC236}">
                <a16:creationId xmlns:a16="http://schemas.microsoft.com/office/drawing/2014/main" id="{904C6055-1C16-4E25-9B44-1262A4533F64}"/>
              </a:ext>
            </a:extLst>
          </p:cNvPr>
          <p:cNvSpPr>
            <a:spLocks xmlns:a="http://schemas.openxmlformats.org/drawingml/2006/main" noGrp="1"/>
          </p:cNvSpPr>
          <p:nvPr/>
        </p:nvSpPr>
        <p:spPr>
          <a:xfrm xmlns:a="http://schemas.openxmlformats.org/drawingml/2006/main" rot="5400000" flipH="0" flipV="0">
            <a:off x="7580398" y="3181150"/>
            <a:ext cx="815908" cy="281100"/>
          </a:xfrm>
          <a:prstGeom xmlns:a="http://schemas.openxmlformats.org/drawingml/2006/main" prst="trapezoid">
            <a:avLst>
              <a:gd name="adj" fmla="val 102819"/>
            </a:avLst>
          </a:prstGeom>
          <a:solidFill xmlns:a="http://schemas.openxmlformats.org/drawingml/2006/main">
            <a:srgbClr val="4F4F4F"/>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29" name="Google Shape;29;p2">
            <a:extLst xmlns:a="http://schemas.openxmlformats.org/drawingml/2006/main">
              <a:ext uri="{FF2B5EF4-FFF2-40B4-BE49-F238E27FC236}">
                <a16:creationId xmlns:a16="http://schemas.microsoft.com/office/drawing/2014/main" id="{890621B4-9AFB-4A7A-9478-BC9921ED6500}"/>
              </a:ext>
            </a:extLst>
          </p:cNvPr>
          <p:cNvSpPr>
            <a:spLocks xmlns:a="http://schemas.openxmlformats.org/drawingml/2006/main" noGrp="1"/>
          </p:cNvSpPr>
          <p:nvPr/>
        </p:nvSpPr>
        <p:spPr>
          <a:xfrm xmlns:a="http://schemas.openxmlformats.org/drawingml/2006/main" rot="0" flipH="0" flipV="0">
            <a:off x="3248850" y="2867100"/>
            <a:ext cx="4935719" cy="453000"/>
          </a:xfrm>
          <a:prstGeom xmlns:a="http://schemas.openxmlformats.org/drawingml/2006/main" prst="rect">
            <a:avLst/>
          </a:prstGeom>
          <a:solidFill xmlns:a="http://schemas.openxmlformats.org/drawingml/2006/main">
            <a:srgbClr val="666666"/>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31" name="Google Shape;31;p2">
            <a:extLst xmlns:a="http://schemas.openxmlformats.org/drawingml/2006/main">
              <a:ext uri="{FF2B5EF4-FFF2-40B4-BE49-F238E27FC236}">
                <a16:creationId xmlns:a16="http://schemas.microsoft.com/office/drawing/2014/main" id="{4935C59F-8C9E-4E60-BBF5-7F1ABCC3CB29}"/>
              </a:ext>
            </a:extLst>
          </p:cNvPr>
          <p:cNvSpPr>
            <a:spLocks xmlns:a="http://schemas.openxmlformats.org/drawingml/2006/main" noGrp="1"/>
          </p:cNvSpPr>
          <p:nvPr/>
        </p:nvSpPr>
        <p:spPr>
          <a:xfrm xmlns:a="http://schemas.openxmlformats.org/drawingml/2006/main" rot="5400000" flipH="0" flipV="0">
            <a:off x="7580398" y="7480325"/>
            <a:ext cx="815908" cy="281100"/>
          </a:xfrm>
          <a:prstGeom xmlns:a="http://schemas.openxmlformats.org/drawingml/2006/main" prst="trapezoid">
            <a:avLst>
              <a:gd name="adj" fmla="val 102819"/>
            </a:avLst>
          </a:prstGeom>
          <a:solidFill xmlns:a="http://schemas.openxmlformats.org/drawingml/2006/main">
            <a:srgbClr val="4F4F4F"/>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32" name="Google Shape;32;p2">
            <a:extLst xmlns:a="http://schemas.openxmlformats.org/drawingml/2006/main">
              <a:ext uri="{FF2B5EF4-FFF2-40B4-BE49-F238E27FC236}">
                <a16:creationId xmlns:a16="http://schemas.microsoft.com/office/drawing/2014/main" id="{2B8A3534-3CD4-45F4-BFDC-BA98F8A486D5}"/>
              </a:ext>
            </a:extLst>
          </p:cNvPr>
          <p:cNvSpPr>
            <a:spLocks xmlns:a="http://schemas.openxmlformats.org/drawingml/2006/main" noGrp="1"/>
          </p:cNvSpPr>
          <p:nvPr/>
        </p:nvSpPr>
        <p:spPr>
          <a:xfrm xmlns:a="http://schemas.openxmlformats.org/drawingml/2006/main" rot="0" flipH="0" flipV="0">
            <a:off x="3248850" y="7166275"/>
            <a:ext cx="4935719" cy="453000"/>
          </a:xfrm>
          <a:prstGeom xmlns:a="http://schemas.openxmlformats.org/drawingml/2006/main" prst="rect">
            <a:avLst/>
          </a:prstGeom>
          <a:solidFill xmlns:a="http://schemas.openxmlformats.org/drawingml/2006/main">
            <a:srgbClr val="666666"/>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33" name="Google Shape;33;p2">
            <a:extLst xmlns:a="http://schemas.openxmlformats.org/drawingml/2006/main">
              <a:ext uri="{FF2B5EF4-FFF2-40B4-BE49-F238E27FC236}">
                <a16:creationId xmlns:a16="http://schemas.microsoft.com/office/drawing/2014/main" id="{363FFA97-ADE3-49D3-878B-EFA39D80D3EC}"/>
              </a:ext>
            </a:extLst>
          </p:cNvPr>
          <p:cNvSpPr>
            <a:spLocks xmlns:a="http://schemas.openxmlformats.org/drawingml/2006/main" noGrp="1"/>
          </p:cNvSpPr>
          <p:nvPr/>
        </p:nvSpPr>
        <p:spPr>
          <a:xfrm xmlns:a="http://schemas.openxmlformats.org/drawingml/2006/main">
            <a:off x="188700" y="3410750"/>
            <a:ext cx="3074400" cy="4632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normAutofit lnSpcReduction="10000"/>
          </a:bodyPr>
          <a:lstStyle xmlns:a="http://schemas.openxmlformats.org/drawingml/2006/main"/>
          <a:p xmlns:a="http://schemas.openxmlformats.org/drawingml/2006/main">
            <a:pPr marL="0" lvl="0" indent="0" algn="ctr">
              <a:spcBef>
                <a:spcPts val="0"/>
              </a:spcBef>
              <a:spcAft>
                <a:spcPts val="0"/>
              </a:spcAft>
              <a:buNone/>
            </a:pPr>
            <a:r>
              <a:rPr sz="1900">
                <a:solidFill>
                  <a:schemeClr val="lt2"/>
                </a:solidFill>
                <a:latin typeface="Google Sans SemiBold"/>
                <a:ea typeface="Google Sans SemiBold"/>
                <a:cs typeface="Google Sans SemiBold"/>
              </a:rPr>
              <a:t>Key Insights </a:t>
            </a:r>
            <a:endParaRPr sz="1900">
              <a:solidFill>
                <a:schemeClr val="lt2"/>
              </a:solidFill>
              <a:latin typeface="Google Sans SemiBold"/>
              <a:ea typeface="Google Sans SemiBold"/>
              <a:cs typeface="Google Sans SemiBold"/>
            </a:endParaRPr>
          </a:p>
        </p:txBody>
      </p:sp>
      <p:sp>
        <p:nvSpPr>
          <p:cNvPr id="34" name="Google Shape;34;p2">
            <a:extLst xmlns:a="http://schemas.openxmlformats.org/drawingml/2006/main">
              <a:ext uri="{FF2B5EF4-FFF2-40B4-BE49-F238E27FC236}">
                <a16:creationId xmlns:a16="http://schemas.microsoft.com/office/drawing/2014/main" id="{DCE4269A-28E0-4766-A4EC-A0921AB0069A}"/>
              </a:ext>
            </a:extLst>
          </p:cNvPr>
          <p:cNvSpPr>
            <a:spLocks xmlns:a="http://schemas.openxmlformats.org/drawingml/2006/main" noGrp="1"/>
          </p:cNvSpPr>
          <p:nvPr/>
        </p:nvSpPr>
        <p:spPr>
          <a:xfrm xmlns:a="http://schemas.openxmlformats.org/drawingml/2006/main">
            <a:off x="3263100" y="2852500"/>
            <a:ext cx="4334100" cy="4500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normAutofit lnSpcReduction="10000"/>
          </a:bodyPr>
          <a:lstStyle xmlns:a="http://schemas.openxmlformats.org/drawingml/2006/main"/>
          <a:p xmlns:a="http://schemas.openxmlformats.org/drawingml/2006/main">
            <a:pPr marL="0" lvl="0" indent="0" algn="ctr">
              <a:spcBef>
                <a:spcPts val="0"/>
              </a:spcBef>
              <a:spcAft>
                <a:spcPts val="0"/>
              </a:spcAft>
              <a:buNone/>
            </a:pPr>
            <a:r>
              <a:rPr sz="1900">
                <a:solidFill>
                  <a:schemeClr val="lt2"/>
                </a:solidFill>
                <a:latin typeface="Google Sans SemiBold"/>
                <a:ea typeface="Google Sans SemiBold"/>
                <a:cs typeface="Google Sans SemiBold"/>
              </a:rPr>
              <a:t>Details </a:t>
            </a:r>
            <a:endParaRPr sz="1900">
              <a:solidFill>
                <a:schemeClr val="lt2"/>
              </a:solidFill>
              <a:latin typeface="Google Sans SemiBold"/>
              <a:ea typeface="Google Sans SemiBold"/>
              <a:cs typeface="Google Sans SemiBold"/>
            </a:endParaRPr>
          </a:p>
        </p:txBody>
      </p:sp>
      <p:sp>
        <p:nvSpPr>
          <p:cNvPr id="35" name="Google Shape;35;p2">
            <a:extLst xmlns:a="http://schemas.openxmlformats.org/drawingml/2006/main">
              <a:ext uri="{FF2B5EF4-FFF2-40B4-BE49-F238E27FC236}">
                <a16:creationId xmlns:a16="http://schemas.microsoft.com/office/drawing/2014/main" id="{5C7AEE8C-FC6A-496A-B572-866BD11B1CC8}"/>
              </a:ext>
            </a:extLst>
          </p:cNvPr>
          <p:cNvSpPr>
            <a:spLocks xmlns:a="http://schemas.openxmlformats.org/drawingml/2006/main" noGrp="1"/>
          </p:cNvSpPr>
          <p:nvPr/>
        </p:nvSpPr>
        <p:spPr>
          <a:xfrm xmlns:a="http://schemas.openxmlformats.org/drawingml/2006/main">
            <a:off x="3263100" y="7164075"/>
            <a:ext cx="4334100" cy="4500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normAutofit lnSpcReduction="10000"/>
          </a:bodyPr>
          <a:lstStyle xmlns:a="http://schemas.openxmlformats.org/drawingml/2006/main"/>
          <a:p xmlns:a="http://schemas.openxmlformats.org/drawingml/2006/main">
            <a:pPr marL="0" lvl="0" indent="0" algn="ctr">
              <a:spcBef>
                <a:spcPts val="0"/>
              </a:spcBef>
              <a:spcAft>
                <a:spcPts val="0"/>
              </a:spcAft>
              <a:buNone/>
            </a:pPr>
            <a:r>
              <a:rPr sz="1900">
                <a:solidFill>
                  <a:schemeClr val="lt2"/>
                </a:solidFill>
                <a:latin typeface="Google Sans SemiBold"/>
                <a:ea typeface="Google Sans SemiBold"/>
                <a:cs typeface="Google Sans SemiBold"/>
              </a:rPr>
              <a:t>Next Steps </a:t>
            </a:r>
            <a:endParaRPr sz="1900">
              <a:solidFill>
                <a:schemeClr val="lt2"/>
              </a:solidFill>
              <a:latin typeface="Google Sans SemiBold"/>
              <a:ea typeface="Google Sans SemiBold"/>
              <a:cs typeface="Google Sans SemiBold"/>
            </a:endParaRPr>
          </a:p>
        </p:txBody>
      </p:sp>
      <p:sp>
        <p:nvSpPr>
          <p:cNvPr id="37" name="Google Shape;37;p2">
            <a:extLst xmlns:a="http://schemas.openxmlformats.org/drawingml/2006/main">
              <a:ext uri="{FF2B5EF4-FFF2-40B4-BE49-F238E27FC236}">
                <a16:creationId xmlns:a16="http://schemas.microsoft.com/office/drawing/2014/main" id="{D20EBA4F-7349-4165-A9E9-5705463965D8}"/>
              </a:ext>
            </a:extLst>
          </p:cNvPr>
          <p:cNvSpPr>
            <a:spLocks xmlns:a="http://schemas.openxmlformats.org/drawingml/2006/main" noGrp="1"/>
          </p:cNvSpPr>
          <p:nvPr/>
        </p:nvSpPr>
        <p:spPr>
          <a:xfrm xmlns:a="http://schemas.openxmlformats.org/drawingml/2006/main" rot="-5400000" flipH="0" flipV="0">
            <a:off x="875527" y="1370824"/>
            <a:ext cx="451799" cy="259113"/>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38" name="Google Shape;38;p2">
            <a:extLst xmlns:a="http://schemas.openxmlformats.org/drawingml/2006/main">
              <a:ext uri="{FF2B5EF4-FFF2-40B4-BE49-F238E27FC236}">
                <a16:creationId xmlns:a16="http://schemas.microsoft.com/office/drawing/2014/main" id="{022F42A8-354D-4227-A17D-CE4B558661DB}"/>
              </a:ext>
            </a:extLst>
          </p:cNvPr>
          <p:cNvSpPr>
            <a:spLocks xmlns:a="http://schemas.openxmlformats.org/drawingml/2006/main" noGrp="1"/>
          </p:cNvSpPr>
          <p:nvPr/>
        </p:nvSpPr>
        <p:spPr>
          <a:xfrm xmlns:a="http://schemas.openxmlformats.org/drawingml/2006/main" rot="-5400000" flipH="0" flipV="0">
            <a:off x="2734127" y="1370824"/>
            <a:ext cx="451799" cy="259113"/>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39" name="Google Shape;39;p2">
            <a:extLst xmlns:a="http://schemas.openxmlformats.org/drawingml/2006/main">
              <a:ext uri="{FF2B5EF4-FFF2-40B4-BE49-F238E27FC236}">
                <a16:creationId xmlns:a16="http://schemas.microsoft.com/office/drawing/2014/main" id="{BDE67D61-7F2D-44D5-8240-AE6A0F3D6DE9}"/>
              </a:ext>
            </a:extLst>
          </p:cNvPr>
          <p:cNvSpPr>
            <a:spLocks xmlns:a="http://schemas.openxmlformats.org/drawingml/2006/main" noGrp="1"/>
          </p:cNvSpPr>
          <p:nvPr/>
        </p:nvSpPr>
        <p:spPr>
          <a:xfrm xmlns:a="http://schemas.openxmlformats.org/drawingml/2006/main" rot="-5400000" flipH="0" flipV="0">
            <a:off x="4592728" y="1370824"/>
            <a:ext cx="451799" cy="259113"/>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40" name="Google Shape;40;p2">
            <a:extLst xmlns:a="http://schemas.openxmlformats.org/drawingml/2006/main">
              <a:ext uri="{FF2B5EF4-FFF2-40B4-BE49-F238E27FC236}">
                <a16:creationId xmlns:a16="http://schemas.microsoft.com/office/drawing/2014/main" id="{E3C29F91-5F04-4F68-B335-436D0D820D2A}"/>
              </a:ext>
            </a:extLst>
          </p:cNvPr>
          <p:cNvSpPr>
            <a:spLocks xmlns:a="http://schemas.openxmlformats.org/drawingml/2006/main" noGrp="1"/>
          </p:cNvSpPr>
          <p:nvPr/>
        </p:nvSpPr>
        <p:spPr>
          <a:xfrm xmlns:a="http://schemas.openxmlformats.org/drawingml/2006/main" rot="-5400000" flipH="0" flipV="0">
            <a:off x="6451327" y="1370824"/>
            <a:ext cx="451799" cy="259113"/>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41" name="Google Shape;41;p2">
            <a:extLst xmlns:a="http://schemas.openxmlformats.org/drawingml/2006/main">
              <a:ext uri="{FF2B5EF4-FFF2-40B4-BE49-F238E27FC236}">
                <a16:creationId xmlns:a16="http://schemas.microsoft.com/office/drawing/2014/main" id="{F51EF272-E852-410B-B08D-DE4B0673570E}"/>
              </a:ext>
            </a:extLst>
          </p:cNvPr>
          <p:cNvSpPr>
            <a:spLocks xmlns:a="http://schemas.openxmlformats.org/drawingml/2006/main" noGrp="1"/>
          </p:cNvSpPr>
          <p:nvPr/>
        </p:nvSpPr>
        <p:spPr>
          <a:xfrm xmlns:a="http://schemas.openxmlformats.org/drawingml/2006/main">
            <a:off x="172050" y="2765600"/>
            <a:ext cx="3076800" cy="7293000"/>
          </a:xfrm>
          <a:prstGeom xmlns:a="http://schemas.openxmlformats.org/drawingml/2006/main" prst="roundRect">
            <a:avLst>
              <a:gd name="adj" fmla="val 0"/>
            </a:avLst>
          </a:prstGeom>
          <a:solidFill xmlns:a="http://schemas.openxmlformats.org/drawingml/2006/main">
            <a:srgbClr val="CCCCC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43" name="Google Shape;43;p2">
            <a:extLst xmlns:a="http://schemas.openxmlformats.org/drawingml/2006/main">
              <a:ext uri="{FF2B5EF4-FFF2-40B4-BE49-F238E27FC236}">
                <a16:creationId xmlns:a16="http://schemas.microsoft.com/office/drawing/2014/main" id="{5817E4C1-BB84-4BA4-98B6-63AAF9807368}"/>
              </a:ext>
            </a:extLst>
          </p:cNvPr>
          <p:cNvSpPr>
            <a:spLocks xmlns:a="http://schemas.openxmlformats.org/drawingml/2006/main" noGrp="1"/>
          </p:cNvSpPr>
          <p:nvPr/>
        </p:nvSpPr>
        <p:spPr>
          <a:xfrm xmlns:a="http://schemas.openxmlformats.org/drawingml/2006/main" rot="-5400000" flipH="0" flipV="0">
            <a:off x="872402" y="2604549"/>
            <a:ext cx="451799" cy="259113"/>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44" name="Google Shape;44;p2">
            <a:extLst xmlns:a="http://schemas.openxmlformats.org/drawingml/2006/main">
              <a:ext uri="{FF2B5EF4-FFF2-40B4-BE49-F238E27FC236}">
                <a16:creationId xmlns:a16="http://schemas.microsoft.com/office/drawing/2014/main" id="{692A37CA-826C-4AD7-B7C1-553527219AD8}"/>
              </a:ext>
            </a:extLst>
          </p:cNvPr>
          <p:cNvSpPr>
            <a:spLocks xmlns:a="http://schemas.openxmlformats.org/drawingml/2006/main" noGrp="1"/>
          </p:cNvSpPr>
          <p:nvPr/>
        </p:nvSpPr>
        <p:spPr>
          <a:xfrm xmlns:a="http://schemas.openxmlformats.org/drawingml/2006/main" rot="-5400000" flipH="0" flipV="0">
            <a:off x="2731002" y="2604549"/>
            <a:ext cx="451799" cy="259113"/>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45" name="Google Shape;45;p2">
            <a:extLst xmlns:a="http://schemas.openxmlformats.org/drawingml/2006/main">
              <a:ext uri="{FF2B5EF4-FFF2-40B4-BE49-F238E27FC236}">
                <a16:creationId xmlns:a16="http://schemas.microsoft.com/office/drawing/2014/main" id="{35C29240-0944-4FDC-9F94-5D4553F4C6C4}"/>
              </a:ext>
            </a:extLst>
          </p:cNvPr>
          <p:cNvSpPr>
            <a:spLocks xmlns:a="http://schemas.openxmlformats.org/drawingml/2006/main" noGrp="1"/>
          </p:cNvSpPr>
          <p:nvPr/>
        </p:nvSpPr>
        <p:spPr>
          <a:xfrm xmlns:a="http://schemas.openxmlformats.org/drawingml/2006/main" rot="-5400000" flipH="0" flipV="0">
            <a:off x="4589603" y="2604549"/>
            <a:ext cx="451799" cy="259113"/>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46" name="Google Shape;46;p2">
            <a:extLst xmlns:a="http://schemas.openxmlformats.org/drawingml/2006/main">
              <a:ext uri="{FF2B5EF4-FFF2-40B4-BE49-F238E27FC236}">
                <a16:creationId xmlns:a16="http://schemas.microsoft.com/office/drawing/2014/main" id="{C6BD1A4F-34F9-43ED-9CF1-1DFDD3549E3A}"/>
              </a:ext>
            </a:extLst>
          </p:cNvPr>
          <p:cNvSpPr>
            <a:spLocks xmlns:a="http://schemas.openxmlformats.org/drawingml/2006/main" noGrp="1"/>
          </p:cNvSpPr>
          <p:nvPr/>
        </p:nvSpPr>
        <p:spPr>
          <a:xfrm xmlns:a="http://schemas.openxmlformats.org/drawingml/2006/main" rot="-5400000" flipH="0" flipV="0">
            <a:off x="6448202" y="2604549"/>
            <a:ext cx="451799" cy="259113"/>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cxnSp>
        <p:nvCxnSpPr>
          <p:cNvPr id="125" name="Google Shape;47;p2"/>
          <p:cNvCxnSpPr>
            <a:stCxn xmlns:a="http://schemas.openxmlformats.org/drawingml/2006/main" id="37" idx="0"/>
          </p:cNvCxnSpPr>
          <p:nvPr/>
        </p:nvCxnSpPr>
        <p:spPr>
          <a:xfrm xmlns:a="http://schemas.openxmlformats.org/drawingml/2006/main">
            <a:off x="172055" y="1500381"/>
            <a:ext cx="0" cy="8590500"/>
          </a:xfrm>
          <a:prstGeom xmlns:a="http://schemas.openxmlformats.org/drawingml/2006/main" prst="straightConnector1">
            <a:avLst/>
          </a:prstGeom>
          <a:ln xmlns:a="http://schemas.openxmlformats.org/drawingml/2006/main" w="9525" cap="flat">
            <a:solidFill>
              <a:srgbClr val="CCCCCC"/>
            </a:solidFill>
            <a:prstDash val="solid"/>
            <a:round/>
            <a:headEnd type="none" w="med" len="med"/>
            <a:tailEnd type="none" w="med" len="med"/>
          </a:ln>
        </p:spPr>
      </p:cxnSp>
      <p:cxnSp>
        <p:nvCxnSpPr>
          <p:cNvPr id="126" name="Google Shape;48;p2"/>
          <p:cNvCxnSpPr/>
          <p:nvPr/>
        </p:nvCxnSpPr>
        <p:spPr>
          <a:xfrm xmlns:a="http://schemas.openxmlformats.org/drawingml/2006/main">
            <a:off x="7603480" y="1500381"/>
            <a:ext cx="0" cy="8590500"/>
          </a:xfrm>
          <a:prstGeom xmlns:a="http://schemas.openxmlformats.org/drawingml/2006/main" prst="straightConnector1">
            <a:avLst/>
          </a:prstGeom>
          <a:ln xmlns:a="http://schemas.openxmlformats.org/drawingml/2006/main" w="9525" cap="flat">
            <a:solidFill>
              <a:srgbClr val="CCCCCC"/>
            </a:solidFill>
            <a:prstDash val="solid"/>
            <a:round/>
            <a:headEnd type="none" w="med" len="med"/>
            <a:tailEnd type="none" w="med" len="med"/>
          </a:ln>
        </p:spPr>
      </p:cxnSp>
      <p:sp>
        <p:nvSpPr>
          <p:cNvPr id="50" name="Google Shape;50;p2">
            <a:extLst xmlns:a="http://schemas.openxmlformats.org/drawingml/2006/main">
              <a:ext uri="{FF2B5EF4-FFF2-40B4-BE49-F238E27FC236}">
                <a16:creationId xmlns:a16="http://schemas.microsoft.com/office/drawing/2014/main" id="{20E49CC1-7FF3-4A3B-8AED-7D838CE66778}"/>
              </a:ext>
            </a:extLst>
          </p:cNvPr>
          <p:cNvSpPr>
            <a:spLocks xmlns:a="http://schemas.openxmlformats.org/drawingml/2006/main" noGrp="1"/>
          </p:cNvSpPr>
          <p:nvPr/>
        </p:nvSpPr>
        <p:spPr>
          <a:xfrm xmlns:a="http://schemas.openxmlformats.org/drawingml/2006/main" rot="5400000" flipH="0" flipV="0">
            <a:off x="3097725" y="3727825"/>
            <a:ext cx="583500" cy="281100"/>
          </a:xfrm>
          <a:prstGeom xmlns:a="http://schemas.openxmlformats.org/drawingml/2006/main" prst="trapezoid">
            <a:avLst>
              <a:gd name="adj" fmla="val 102819"/>
            </a:avLst>
          </a:prstGeom>
          <a:solidFill xmlns:a="http://schemas.openxmlformats.org/drawingml/2006/main">
            <a:srgbClr val="4F4F4F"/>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51" name="Google Shape;51;p2">
            <a:extLst xmlns:a="http://schemas.openxmlformats.org/drawingml/2006/main">
              <a:ext uri="{FF2B5EF4-FFF2-40B4-BE49-F238E27FC236}">
                <a16:creationId xmlns:a16="http://schemas.microsoft.com/office/drawing/2014/main" id="{2BFF25E2-FC47-4439-9537-CA724EC1EBBA}"/>
              </a:ext>
            </a:extLst>
          </p:cNvPr>
          <p:cNvSpPr>
            <a:spLocks xmlns:a="http://schemas.openxmlformats.org/drawingml/2006/main" noGrp="1"/>
          </p:cNvSpPr>
          <p:nvPr/>
        </p:nvSpPr>
        <p:spPr>
          <a:xfrm xmlns:a="http://schemas.openxmlformats.org/drawingml/2006/main" rot="0" flipH="0" flipV="0">
            <a:off x="0" y="3413775"/>
            <a:ext cx="3529800" cy="453000"/>
          </a:xfrm>
          <a:prstGeom xmlns:a="http://schemas.openxmlformats.org/drawingml/2006/main" prst="rect">
            <a:avLst/>
          </a:prstGeom>
          <a:solidFill xmlns:a="http://schemas.openxmlformats.org/drawingml/2006/main">
            <a:srgbClr val="666666"/>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53" name="Google Shape;53;p2">
            <a:extLst xmlns:a="http://schemas.openxmlformats.org/drawingml/2006/main">
              <a:ext uri="{FF2B5EF4-FFF2-40B4-BE49-F238E27FC236}">
                <a16:creationId xmlns:a16="http://schemas.microsoft.com/office/drawing/2014/main" id="{9FEE8C8D-247C-4387-870A-C8743A996120}"/>
              </a:ext>
            </a:extLst>
          </p:cNvPr>
          <p:cNvSpPr>
            <a:spLocks xmlns:a="http://schemas.openxmlformats.org/drawingml/2006/main" noGrp="1"/>
          </p:cNvSpPr>
          <p:nvPr/>
        </p:nvSpPr>
        <p:spPr>
          <a:xfrm xmlns:a="http://schemas.openxmlformats.org/drawingml/2006/main" rot="5400000" flipH="0" flipV="0">
            <a:off x="7580398" y="3181150"/>
            <a:ext cx="815908" cy="281100"/>
          </a:xfrm>
          <a:prstGeom xmlns:a="http://schemas.openxmlformats.org/drawingml/2006/main" prst="trapezoid">
            <a:avLst>
              <a:gd name="adj" fmla="val 102819"/>
            </a:avLst>
          </a:prstGeom>
          <a:solidFill xmlns:a="http://schemas.openxmlformats.org/drawingml/2006/main">
            <a:srgbClr val="4F4F4F"/>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54" name="Google Shape;54;p2">
            <a:extLst xmlns:a="http://schemas.openxmlformats.org/drawingml/2006/main">
              <a:ext uri="{FF2B5EF4-FFF2-40B4-BE49-F238E27FC236}">
                <a16:creationId xmlns:a16="http://schemas.microsoft.com/office/drawing/2014/main" id="{77910509-2FB0-4FDB-9E9A-D636122EB51F}"/>
              </a:ext>
            </a:extLst>
          </p:cNvPr>
          <p:cNvSpPr>
            <a:spLocks xmlns:a="http://schemas.openxmlformats.org/drawingml/2006/main" noGrp="1"/>
          </p:cNvSpPr>
          <p:nvPr/>
        </p:nvSpPr>
        <p:spPr>
          <a:xfrm xmlns:a="http://schemas.openxmlformats.org/drawingml/2006/main" rot="0" flipH="0" flipV="0">
            <a:off x="3248850" y="2867100"/>
            <a:ext cx="4935719" cy="453000"/>
          </a:xfrm>
          <a:prstGeom xmlns:a="http://schemas.openxmlformats.org/drawingml/2006/main" prst="rect">
            <a:avLst/>
          </a:prstGeom>
          <a:solidFill xmlns:a="http://schemas.openxmlformats.org/drawingml/2006/main">
            <a:srgbClr val="666666"/>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56" name="Google Shape;56;p2">
            <a:extLst xmlns:a="http://schemas.openxmlformats.org/drawingml/2006/main">
              <a:ext uri="{FF2B5EF4-FFF2-40B4-BE49-F238E27FC236}">
                <a16:creationId xmlns:a16="http://schemas.microsoft.com/office/drawing/2014/main" id="{BA0E452F-FF11-489D-A689-E030BC39C089}"/>
              </a:ext>
            </a:extLst>
          </p:cNvPr>
          <p:cNvSpPr>
            <a:spLocks xmlns:a="http://schemas.openxmlformats.org/drawingml/2006/main" noGrp="1"/>
          </p:cNvSpPr>
          <p:nvPr/>
        </p:nvSpPr>
        <p:spPr>
          <a:xfrm xmlns:a="http://schemas.openxmlformats.org/drawingml/2006/main" rot="5400000" flipH="0" flipV="0">
            <a:off x="7580398" y="7480325"/>
            <a:ext cx="815908" cy="281100"/>
          </a:xfrm>
          <a:prstGeom xmlns:a="http://schemas.openxmlformats.org/drawingml/2006/main" prst="trapezoid">
            <a:avLst>
              <a:gd name="adj" fmla="val 102819"/>
            </a:avLst>
          </a:prstGeom>
          <a:solidFill xmlns:a="http://schemas.openxmlformats.org/drawingml/2006/main">
            <a:srgbClr val="4F4F4F"/>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57" name="Google Shape;57;p2">
            <a:extLst xmlns:a="http://schemas.openxmlformats.org/drawingml/2006/main">
              <a:ext uri="{FF2B5EF4-FFF2-40B4-BE49-F238E27FC236}">
                <a16:creationId xmlns:a16="http://schemas.microsoft.com/office/drawing/2014/main" id="{8747D5BC-ED28-44BB-AA52-EEA704E2F406}"/>
              </a:ext>
            </a:extLst>
          </p:cNvPr>
          <p:cNvSpPr>
            <a:spLocks xmlns:a="http://schemas.openxmlformats.org/drawingml/2006/main" noGrp="1"/>
          </p:cNvSpPr>
          <p:nvPr/>
        </p:nvSpPr>
        <p:spPr>
          <a:xfrm xmlns:a="http://schemas.openxmlformats.org/drawingml/2006/main" rot="0" flipH="0" flipV="0">
            <a:off x="3248850" y="7166275"/>
            <a:ext cx="4935719" cy="453000"/>
          </a:xfrm>
          <a:prstGeom xmlns:a="http://schemas.openxmlformats.org/drawingml/2006/main" prst="rect">
            <a:avLst/>
          </a:prstGeom>
          <a:solidFill xmlns:a="http://schemas.openxmlformats.org/drawingml/2006/main">
            <a:srgbClr val="666666"/>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58" name="Google Shape;58;p2">
            <a:extLst xmlns:a="http://schemas.openxmlformats.org/drawingml/2006/main">
              <a:ext uri="{FF2B5EF4-FFF2-40B4-BE49-F238E27FC236}">
                <a16:creationId xmlns:a16="http://schemas.microsoft.com/office/drawing/2014/main" id="{F785D080-B54A-41A9-B57A-6A727FEE7BB5}"/>
              </a:ext>
            </a:extLst>
          </p:cNvPr>
          <p:cNvSpPr>
            <a:spLocks xmlns:a="http://schemas.openxmlformats.org/drawingml/2006/main" noGrp="1"/>
          </p:cNvSpPr>
          <p:nvPr/>
        </p:nvSpPr>
        <p:spPr>
          <a:xfrm xmlns:a="http://schemas.openxmlformats.org/drawingml/2006/main">
            <a:off x="188700" y="3410750"/>
            <a:ext cx="3074400" cy="4632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normAutofit lnSpcReduction="10000"/>
          </a:bodyPr>
          <a:lstStyle xmlns:a="http://schemas.openxmlformats.org/drawingml/2006/main"/>
          <a:p xmlns:a="http://schemas.openxmlformats.org/drawingml/2006/main">
            <a:pPr marL="0" lvl="0" indent="0" algn="ctr">
              <a:spcBef>
                <a:spcPts val="0"/>
              </a:spcBef>
              <a:spcAft>
                <a:spcPts val="0"/>
              </a:spcAft>
              <a:buNone/>
            </a:pPr>
            <a:r>
              <a:rPr sz="1900">
                <a:solidFill>
                  <a:srgbClr val="EEEEEE"/>
                </a:solidFill>
                <a:latin typeface="Google Sans SemiBold"/>
                <a:ea typeface="Google Sans SemiBold"/>
                <a:cs typeface="Google Sans SemiBold"/>
              </a:rPr>
              <a:t>Key Insights </a:t>
            </a:r>
            <a:endParaRPr sz="1900">
              <a:solidFill>
                <a:srgbClr val="EEEEEE"/>
              </a:solidFill>
              <a:latin typeface="Google Sans SemiBold"/>
              <a:ea typeface="Google Sans SemiBold"/>
              <a:cs typeface="Google Sans SemiBold"/>
            </a:endParaRPr>
          </a:p>
        </p:txBody>
      </p:sp>
      <p:sp>
        <p:nvSpPr>
          <p:cNvPr id="59" name="Google Shape;59;p2">
            <a:extLst xmlns:a="http://schemas.openxmlformats.org/drawingml/2006/main">
              <a:ext uri="{FF2B5EF4-FFF2-40B4-BE49-F238E27FC236}">
                <a16:creationId xmlns:a16="http://schemas.microsoft.com/office/drawing/2014/main" id="{3DB8278E-7903-4CE6-9A61-872A153979E2}"/>
              </a:ext>
            </a:extLst>
          </p:cNvPr>
          <p:cNvSpPr>
            <a:spLocks xmlns:a="http://schemas.openxmlformats.org/drawingml/2006/main" noGrp="1"/>
          </p:cNvSpPr>
          <p:nvPr/>
        </p:nvSpPr>
        <p:spPr>
          <a:xfrm xmlns:a="http://schemas.openxmlformats.org/drawingml/2006/main">
            <a:off x="3263100" y="2852500"/>
            <a:ext cx="4334100" cy="4500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normAutofit lnSpcReduction="10000"/>
          </a:bodyPr>
          <a:lstStyle xmlns:a="http://schemas.openxmlformats.org/drawingml/2006/main"/>
          <a:p xmlns:a="http://schemas.openxmlformats.org/drawingml/2006/main">
            <a:pPr marL="0" lvl="0" indent="0" algn="ctr">
              <a:spcBef>
                <a:spcPts val="0"/>
              </a:spcBef>
              <a:spcAft>
                <a:spcPts val="0"/>
              </a:spcAft>
              <a:buNone/>
            </a:pPr>
            <a:r>
              <a:rPr sz="1900">
                <a:solidFill>
                  <a:srgbClr val="EEEEEE"/>
                </a:solidFill>
                <a:latin typeface="Google Sans SemiBold"/>
                <a:ea typeface="Google Sans SemiBold"/>
                <a:cs typeface="Google Sans SemiBold"/>
              </a:rPr>
              <a:t>Details </a:t>
            </a:r>
            <a:endParaRPr sz="1900">
              <a:solidFill>
                <a:srgbClr val="EEEEEE"/>
              </a:solidFill>
              <a:latin typeface="Google Sans SemiBold"/>
              <a:ea typeface="Google Sans SemiBold"/>
              <a:cs typeface="Google Sans SemiBold"/>
            </a:endParaRPr>
          </a:p>
        </p:txBody>
      </p:sp>
      <p:sp>
        <p:nvSpPr>
          <p:cNvPr id="60" name="Google Shape;60;p2">
            <a:extLst xmlns:a="http://schemas.openxmlformats.org/drawingml/2006/main">
              <a:ext uri="{FF2B5EF4-FFF2-40B4-BE49-F238E27FC236}">
                <a16:creationId xmlns:a16="http://schemas.microsoft.com/office/drawing/2014/main" id="{BD2526EA-F555-43E4-A496-843F0E53BBAC}"/>
              </a:ext>
            </a:extLst>
          </p:cNvPr>
          <p:cNvSpPr>
            <a:spLocks xmlns:a="http://schemas.openxmlformats.org/drawingml/2006/main" noGrp="1"/>
          </p:cNvSpPr>
          <p:nvPr/>
        </p:nvSpPr>
        <p:spPr>
          <a:xfrm xmlns:a="http://schemas.openxmlformats.org/drawingml/2006/main">
            <a:off x="3263100" y="7164075"/>
            <a:ext cx="4334100" cy="4500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normAutofit lnSpcReduction="10000"/>
          </a:bodyPr>
          <a:lstStyle xmlns:a="http://schemas.openxmlformats.org/drawingml/2006/main"/>
          <a:p xmlns:a="http://schemas.openxmlformats.org/drawingml/2006/main">
            <a:pPr marL="0" lvl="0" indent="0" algn="ctr">
              <a:spcBef>
                <a:spcPts val="0"/>
              </a:spcBef>
              <a:spcAft>
                <a:spcPts val="0"/>
              </a:spcAft>
              <a:buNone/>
            </a:pPr>
            <a:r>
              <a:rPr sz="1900">
                <a:solidFill>
                  <a:srgbClr val="EEEEEE"/>
                </a:solidFill>
                <a:latin typeface="Google Sans SemiBold"/>
                <a:ea typeface="Google Sans SemiBold"/>
                <a:cs typeface="Google Sans SemiBold"/>
              </a:rPr>
              <a:t>Next Steps </a:t>
            </a:r>
            <a:endParaRPr sz="1900">
              <a:solidFill>
                <a:srgbClr val="EEEEEE"/>
              </a:solidFill>
              <a:latin typeface="Google Sans SemiBold"/>
              <a:ea typeface="Google Sans SemiBold"/>
              <a:cs typeface="Google Sans SemiBold"/>
            </a:endParaRPr>
          </a:p>
        </p:txBody>
      </p:sp>
      <p:sp>
        <p:nvSpPr>
          <p:cNvPr id="61" name="Google Shape;61;p2">
            <a:extLst xmlns:a="http://schemas.openxmlformats.org/drawingml/2006/main">
              <a:ext uri="{FF2B5EF4-FFF2-40B4-BE49-F238E27FC236}">
                <a16:creationId xmlns:a16="http://schemas.microsoft.com/office/drawing/2014/main" id="{08D2942A-B99D-4D8C-A9D1-84657F690F8F}"/>
              </a:ext>
            </a:extLst>
          </p:cNvPr>
          <p:cNvSpPr>
            <a:spLocks xmlns:a="http://schemas.openxmlformats.org/drawingml/2006/main" noGrp="1"/>
          </p:cNvSpPr>
          <p:nvPr/>
        </p:nvSpPr>
        <p:spPr>
          <a:xfrm xmlns:a="http://schemas.openxmlformats.org/drawingml/2006/main">
            <a:off x="159875" y="441000"/>
            <a:ext cx="7458900" cy="5079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2100" b="1">
                <a:latin typeface="Google Sans"/>
                <a:ea typeface="Google Sans"/>
                <a:cs typeface="Google Sans"/>
              </a:rPr>
              <a:t>Click here to edit title</a:t>
            </a:r>
            <a:endParaRPr sz="2100" b="1">
              <a:latin typeface="Google Sans"/>
              <a:ea typeface="Google Sans"/>
              <a:cs typeface="Google Sans"/>
            </a:endParaRPr>
          </a:p>
        </p:txBody>
      </p:sp>
      <p:sp>
        <p:nvSpPr>
          <p:cNvPr id="62" name="Google Shape;62;p2">
            <a:extLst xmlns:a="http://schemas.openxmlformats.org/drawingml/2006/main">
              <a:ext uri="{FF2B5EF4-FFF2-40B4-BE49-F238E27FC236}">
                <a16:creationId xmlns:a16="http://schemas.microsoft.com/office/drawing/2014/main" id="{2ABF6197-42A2-4423-A46D-0238946BA38F}"/>
              </a:ext>
            </a:extLst>
          </p:cNvPr>
          <p:cNvSpPr>
            <a:spLocks xmlns:a="http://schemas.openxmlformats.org/drawingml/2006/main" noGrp="1"/>
          </p:cNvSpPr>
          <p:nvPr/>
        </p:nvSpPr>
        <p:spPr>
          <a:xfrm xmlns:a="http://schemas.openxmlformats.org/drawingml/2006/main">
            <a:off x="1763100" y="948050"/>
            <a:ext cx="42462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lnSpc>
                <a:spcPct val="115000"/>
              </a:lnSpc>
              <a:spcBef>
                <a:spcPts val="0"/>
              </a:spcBef>
              <a:spcAft>
                <a:spcPts val="1200"/>
              </a:spcAft>
              <a:buNone/>
            </a:pPr>
            <a:r>
              <a:rPr sz="1200">
                <a:latin typeface="PT Sans Narrow"/>
                <a:ea typeface="PT Sans Narrow"/>
                <a:cs typeface="PT Sans Narrow"/>
              </a:rPr>
              <a:t>Click here to edit subtitle</a:t>
            </a:r>
            <a:endParaRPr sz="1200">
              <a:solidFill>
                <a:srgbClr val="000000"/>
              </a:solidFill>
              <a:latin typeface="PT Sans Narrow"/>
              <a:ea typeface="PT Sans Narrow"/>
              <a:cs typeface="PT Sans Narrow"/>
            </a:endParaRPr>
          </a:p>
        </p:txBody>
      </p:sp>
      <p:sp>
        <p:nvSpPr>
          <p:cNvPr id="63" name="Google Shape;63;p2">
            <a:extLst xmlns:a="http://schemas.openxmlformats.org/drawingml/2006/main">
              <a:ext uri="{FF2B5EF4-FFF2-40B4-BE49-F238E27FC236}">
                <a16:creationId xmlns:a16="http://schemas.microsoft.com/office/drawing/2014/main" id="{2FEC2B60-B7C7-42B8-8066-BA7BD325B88F}"/>
              </a:ext>
            </a:extLst>
          </p:cNvPr>
          <p:cNvSpPr>
            <a:spLocks xmlns:a="http://schemas.openxmlformats.org/drawingml/2006/main" noGrp="1"/>
          </p:cNvSpPr>
          <p:nvPr>
            <p:ph type="pic" idx="2"/>
          </p:nvPr>
        </p:nvSpPr>
        <p:spPr>
          <a:xfrm xmlns:a="http://schemas.openxmlformats.org/drawingml/2006/main">
            <a:off x="4583375" y="3389400"/>
            <a:ext cx="3035400" cy="2495700"/>
          </a:xfrm>
          <a:prstGeom xmlns:a="http://schemas.openxmlformats.org/drawingml/2006/main" prst="rect">
            <a:avLst/>
          </a:prstGeom>
          <a:noFill xmlns:a="http://schemas.openxmlformats.org/drawingml/2006/main"/>
          <a:ln xmlns:a="http://schemas.openxmlformats.org/drawingml/2006/main" w="19050" cmpd="sng">
            <a:solidFill>
              <a:srgbClr val="000000"/>
            </a:solidFill>
            <a:prstDash val="solid"/>
            <a:headEnd type="none" w="sm" len="sm"/>
            <a:tailEnd type="none" w="sm" len="sm"/>
          </a:ln>
        </p:spPr>
      </p:sp>
      <p:sp>
        <p:nvSpPr>
          <p:cNvPr id="64" name="Google Shape;64;p2">
            <a:extLst xmlns:a="http://schemas.openxmlformats.org/drawingml/2006/main">
              <a:ext uri="{FF2B5EF4-FFF2-40B4-BE49-F238E27FC236}">
                <a16:creationId xmlns:a16="http://schemas.microsoft.com/office/drawing/2014/main" id="{C62A2E38-E351-43A9-A32D-B0B866CDD41C}"/>
              </a:ext>
            </a:extLst>
          </p:cNvPr>
          <p:cNvSpPr>
            <a:spLocks xmlns:a="http://schemas.openxmlformats.org/drawingml/2006/main" noGrp="1"/>
          </p:cNvSpPr>
          <p:nvPr/>
        </p:nvSpPr>
        <p:spPr>
          <a:xfrm xmlns:a="http://schemas.openxmlformats.org/drawingml/2006/main">
            <a:off x="4541175" y="5895125"/>
            <a:ext cx="3074400" cy="28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70000" lnSpcReduction="20000"/>
          </a:bodyPr>
          <a:lstStyle xmlns:a="http://schemas.openxmlformats.org/drawingml/2006/main"/>
          <a:p xmlns:a="http://schemas.openxmlformats.org/drawingml/2006/main">
            <a:pPr marL="0" lvl="0" indent="0" algn="l">
              <a:lnSpc>
                <a:spcPct val="105000"/>
              </a:lnSpc>
              <a:spcBef>
                <a:spcPts val="0"/>
              </a:spcBef>
              <a:spcAft>
                <a:spcPts val="0"/>
              </a:spcAft>
              <a:buNone/>
            </a:pPr>
            <a:r>
              <a:rPr sz="1100" i="1">
                <a:latin typeface="Lato"/>
                <a:ea typeface="Lato"/>
                <a:cs typeface="Lato"/>
              </a:rPr>
              <a:t>Image Alt-Text Here</a:t>
            </a:r>
            <a:endParaRPr sz="1100" i="1">
              <a:solidFill>
                <a:srgbClr val="000000"/>
              </a:solidFill>
              <a:latin typeface="Lato"/>
              <a:ea typeface="Lato"/>
              <a:cs typeface="Lato"/>
            </a:endParaRPr>
          </a:p>
        </p:txBody>
      </p:sp>
    </p:spTree>
  </p:cSld>
</p:sldLayout>
</file>

<file path=ppt/slideLayouts/slideLayout2.xml><?xml version="1.0" encoding="utf-8"?>
<p:sldLayout xmlns:p="http://schemas.openxmlformats.org/presentationml/2006/main" matchingName="Layout 2">
  <p:cSld name="TITLE_1">
    <p:spTree>
      <p:nvGrpSpPr>
        <p:cNvPr id="1" name=""/>
        <p:cNvGrpSpPr/>
        <p:nvPr/>
      </p:nvGrpSpPr>
      <p:grpSpPr>
        <a:xfrm xmlns:a="http://schemas.openxmlformats.org/drawingml/2006/main"/>
      </p:grpSpPr>
      <p:cxnSp>
        <p:nvCxnSpPr>
          <p:cNvPr id="113" name="Google Shape;66;p3"/>
          <p:cNvCxnSpPr>
            <a:stCxn xmlns:a="http://schemas.openxmlformats.org/drawingml/2006/main" id="67" idx="1"/>
          </p:cNvCxnSpPr>
          <p:nvPr/>
        </p:nvCxnSpPr>
        <p:spPr>
          <a:xfrm xmlns:a="http://schemas.openxmlformats.org/drawingml/2006/main">
            <a:off x="3033472" y="937660"/>
            <a:ext cx="15900" cy="6568200"/>
          </a:xfrm>
          <a:prstGeom xmlns:a="http://schemas.openxmlformats.org/drawingml/2006/main" prst="straightConnector1">
            <a:avLst/>
          </a:prstGeom>
          <a:ln xmlns:a="http://schemas.openxmlformats.org/drawingml/2006/main" w="9525" cap="flat">
            <a:solidFill>
              <a:srgbClr val="CCCCCC"/>
            </a:solidFill>
            <a:prstDash val="solid"/>
            <a:round/>
            <a:headEnd type="none" w="med" len="med"/>
            <a:tailEnd type="none" w="med" len="med"/>
          </a:ln>
        </p:spPr>
      </p:cxnSp>
      <p:sp>
        <p:nvSpPr>
          <p:cNvPr id="69" name="Google Shape;69;p3">
            <a:extLst xmlns:a="http://schemas.openxmlformats.org/drawingml/2006/main">
              <a:ext uri="{FF2B5EF4-FFF2-40B4-BE49-F238E27FC236}">
                <a16:creationId xmlns:a16="http://schemas.microsoft.com/office/drawing/2014/main" id="{A86AE9BB-4240-45D5-880B-A0F34BB434ED}"/>
              </a:ext>
            </a:extLst>
          </p:cNvPr>
          <p:cNvSpPr>
            <a:spLocks xmlns:a="http://schemas.openxmlformats.org/drawingml/2006/main" noGrp="1"/>
          </p:cNvSpPr>
          <p:nvPr/>
        </p:nvSpPr>
        <p:spPr>
          <a:xfrm xmlns:a="http://schemas.openxmlformats.org/drawingml/2006/main" rot="-5400000" flipH="0" flipV="0">
            <a:off x="907745" y="891562"/>
            <a:ext cx="460745" cy="2429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0" name="Google Shape;70;p3">
            <a:extLst xmlns:a="http://schemas.openxmlformats.org/drawingml/2006/main">
              <a:ext uri="{FF2B5EF4-FFF2-40B4-BE49-F238E27FC236}">
                <a16:creationId xmlns:a16="http://schemas.microsoft.com/office/drawing/2014/main" id="{DAEFE4E7-A0B3-4B1E-AA2B-EA5D4FF63521}"/>
              </a:ext>
            </a:extLst>
          </p:cNvPr>
          <p:cNvSpPr>
            <a:spLocks xmlns:a="http://schemas.openxmlformats.org/drawingml/2006/main" noGrp="1"/>
          </p:cNvSpPr>
          <p:nvPr/>
        </p:nvSpPr>
        <p:spPr>
          <a:xfrm xmlns:a="http://schemas.openxmlformats.org/drawingml/2006/main" rot="-5400000" flipH="0" flipV="0">
            <a:off x="2803146" y="891562"/>
            <a:ext cx="460745" cy="2429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1" name="Google Shape;71;p3">
            <a:extLst xmlns:a="http://schemas.openxmlformats.org/drawingml/2006/main">
              <a:ext uri="{FF2B5EF4-FFF2-40B4-BE49-F238E27FC236}">
                <a16:creationId xmlns:a16="http://schemas.microsoft.com/office/drawing/2014/main" id="{6EDEBFE6-9783-49C2-9D76-75A34C691AA0}"/>
              </a:ext>
            </a:extLst>
          </p:cNvPr>
          <p:cNvSpPr>
            <a:spLocks xmlns:a="http://schemas.openxmlformats.org/drawingml/2006/main" noGrp="1"/>
          </p:cNvSpPr>
          <p:nvPr/>
        </p:nvSpPr>
        <p:spPr>
          <a:xfrm xmlns:a="http://schemas.openxmlformats.org/drawingml/2006/main" rot="-5400000" flipH="0" flipV="0">
            <a:off x="4698547" y="891562"/>
            <a:ext cx="460745" cy="2429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2" name="Google Shape;72;p3">
            <a:extLst xmlns:a="http://schemas.openxmlformats.org/drawingml/2006/main">
              <a:ext uri="{FF2B5EF4-FFF2-40B4-BE49-F238E27FC236}">
                <a16:creationId xmlns:a16="http://schemas.microsoft.com/office/drawing/2014/main" id="{EDD1B976-C754-4195-B46A-D75F55098B54}"/>
              </a:ext>
            </a:extLst>
          </p:cNvPr>
          <p:cNvSpPr>
            <a:spLocks xmlns:a="http://schemas.openxmlformats.org/drawingml/2006/main" noGrp="1"/>
          </p:cNvSpPr>
          <p:nvPr/>
        </p:nvSpPr>
        <p:spPr>
          <a:xfrm xmlns:a="http://schemas.openxmlformats.org/drawingml/2006/main" rot="-5400000" flipH="0" flipV="0">
            <a:off x="6593946" y="891562"/>
            <a:ext cx="460745" cy="2429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4" name="Google Shape;74;p3">
            <a:extLst xmlns:a="http://schemas.openxmlformats.org/drawingml/2006/main">
              <a:ext uri="{FF2B5EF4-FFF2-40B4-BE49-F238E27FC236}">
                <a16:creationId xmlns:a16="http://schemas.microsoft.com/office/drawing/2014/main" id="{440EECA1-F740-4862-B91F-BF1AC6E348DE}"/>
              </a:ext>
            </a:extLst>
          </p:cNvPr>
          <p:cNvSpPr>
            <a:spLocks xmlns:a="http://schemas.openxmlformats.org/drawingml/2006/main" noGrp="1"/>
          </p:cNvSpPr>
          <p:nvPr/>
        </p:nvSpPr>
        <p:spPr>
          <a:xfrm xmlns:a="http://schemas.openxmlformats.org/drawingml/2006/main" rot="-5400000" flipH="0" flipV="0">
            <a:off x="907715" y="922571"/>
            <a:ext cx="460741" cy="2427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5" name="Google Shape;75;p3">
            <a:extLst xmlns:a="http://schemas.openxmlformats.org/drawingml/2006/main">
              <a:ext uri="{FF2B5EF4-FFF2-40B4-BE49-F238E27FC236}">
                <a16:creationId xmlns:a16="http://schemas.microsoft.com/office/drawing/2014/main" id="{E8B3C909-506B-4684-A5DC-F5B118C608B8}"/>
              </a:ext>
            </a:extLst>
          </p:cNvPr>
          <p:cNvSpPr>
            <a:spLocks xmlns:a="http://schemas.openxmlformats.org/drawingml/2006/main" noGrp="1"/>
          </p:cNvSpPr>
          <p:nvPr/>
        </p:nvSpPr>
        <p:spPr>
          <a:xfrm xmlns:a="http://schemas.openxmlformats.org/drawingml/2006/main" rot="-5400000" flipH="0" flipV="0">
            <a:off x="2803102" y="922571"/>
            <a:ext cx="460741" cy="2427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6" name="Google Shape;76;p3">
            <a:extLst xmlns:a="http://schemas.openxmlformats.org/drawingml/2006/main">
              <a:ext uri="{FF2B5EF4-FFF2-40B4-BE49-F238E27FC236}">
                <a16:creationId xmlns:a16="http://schemas.microsoft.com/office/drawing/2014/main" id="{F03A636C-8BAD-4685-A694-1E6BE06D5F8F}"/>
              </a:ext>
            </a:extLst>
          </p:cNvPr>
          <p:cNvSpPr>
            <a:spLocks xmlns:a="http://schemas.openxmlformats.org/drawingml/2006/main" noGrp="1"/>
          </p:cNvSpPr>
          <p:nvPr/>
        </p:nvSpPr>
        <p:spPr>
          <a:xfrm xmlns:a="http://schemas.openxmlformats.org/drawingml/2006/main" rot="-5400000" flipH="0" flipV="0">
            <a:off x="4698489" y="922571"/>
            <a:ext cx="460741" cy="2427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7" name="Google Shape;77;p3">
            <a:extLst xmlns:a="http://schemas.openxmlformats.org/drawingml/2006/main">
              <a:ext uri="{FF2B5EF4-FFF2-40B4-BE49-F238E27FC236}">
                <a16:creationId xmlns:a16="http://schemas.microsoft.com/office/drawing/2014/main" id="{13B4CD82-DB53-44C2-ACCE-6F899A4B8367}"/>
              </a:ext>
            </a:extLst>
          </p:cNvPr>
          <p:cNvSpPr>
            <a:spLocks xmlns:a="http://schemas.openxmlformats.org/drawingml/2006/main" noGrp="1"/>
          </p:cNvSpPr>
          <p:nvPr/>
        </p:nvSpPr>
        <p:spPr>
          <a:xfrm xmlns:a="http://schemas.openxmlformats.org/drawingml/2006/main" rot="-5400000" flipH="0" flipV="0">
            <a:off x="6593874" y="922571"/>
            <a:ext cx="460741" cy="2427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8" name="Google Shape;78;p3">
            <a:extLst xmlns:a="http://schemas.openxmlformats.org/drawingml/2006/main">
              <a:ext uri="{FF2B5EF4-FFF2-40B4-BE49-F238E27FC236}">
                <a16:creationId xmlns:a16="http://schemas.microsoft.com/office/drawing/2014/main" id="{92166B32-B3E3-4F55-9F3C-4CC76C42F89D}"/>
              </a:ext>
            </a:extLst>
          </p:cNvPr>
          <p:cNvSpPr>
            <a:spLocks xmlns:a="http://schemas.openxmlformats.org/drawingml/2006/main" noGrp="1"/>
          </p:cNvSpPr>
          <p:nvPr/>
        </p:nvSpPr>
        <p:spPr>
          <a:xfrm xmlns:a="http://schemas.openxmlformats.org/drawingml/2006/main" rot="248910">
            <a:off x="7469568" y="-16320"/>
            <a:ext cx="1791494" cy="10540289"/>
          </a:xfrm>
          <a:prstGeom xmlns:a="http://schemas.openxmlformats.org/drawingml/2006/main" prst="rtTriangle">
            <a:avLst/>
          </a:prstGeom>
          <a:solidFill xmlns:a="http://schemas.openxmlformats.org/drawingml/2006/main">
            <a:srgbClr val="B7B7B7"/>
          </a:solidFill>
          <a:ln xmlns:a="http://schemas.openxmlformats.org/drawingml/2006/main" w="9525" cmpd="sng">
            <a:solidFill>
              <a:srgbClr val="CFB99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CFB991"/>
              </a:solidFill>
            </a:endParaRPr>
          </a:p>
        </p:txBody>
      </p:sp>
      <p:sp>
        <p:nvSpPr>
          <p:cNvPr id="79" name="Google Shape;79;p3">
            <a:extLst xmlns:a="http://schemas.openxmlformats.org/drawingml/2006/main">
              <a:ext uri="{FF2B5EF4-FFF2-40B4-BE49-F238E27FC236}">
                <a16:creationId xmlns:a16="http://schemas.microsoft.com/office/drawing/2014/main" id="{770B317F-A6D7-4CB1-9449-58C568BDDA95}"/>
              </a:ext>
            </a:extLst>
          </p:cNvPr>
          <p:cNvSpPr>
            <a:spLocks xmlns:a="http://schemas.openxmlformats.org/drawingml/2006/main" noGrp="1"/>
          </p:cNvSpPr>
          <p:nvPr>
            <p:ph type="pic" idx="2"/>
          </p:nvPr>
        </p:nvSpPr>
        <p:spPr>
          <a:xfrm xmlns:a="http://schemas.openxmlformats.org/drawingml/2006/main">
            <a:off x="3552088" y="1473363"/>
            <a:ext cx="3035400" cy="2495700"/>
          </a:xfrm>
          <a:prstGeom xmlns:a="http://schemas.openxmlformats.org/drawingml/2006/main" prst="rect">
            <a:avLst/>
          </a:prstGeom>
          <a:noFill xmlns:a="http://schemas.openxmlformats.org/drawingml/2006/main"/>
          <a:ln xmlns:a="http://schemas.openxmlformats.org/drawingml/2006/main" w="19050" cmpd="sng">
            <a:solidFill>
              <a:srgbClr val="000000"/>
            </a:solidFill>
            <a:prstDash val="solid"/>
            <a:headEnd type="none" w="sm" len="sm"/>
            <a:tailEnd type="none" w="sm" len="sm"/>
          </a:ln>
        </p:spPr>
      </p:sp>
      <p:sp>
        <p:nvSpPr>
          <p:cNvPr id="80" name="Google Shape;80;p3">
            <a:extLst xmlns:a="http://schemas.openxmlformats.org/drawingml/2006/main">
              <a:ext uri="{FF2B5EF4-FFF2-40B4-BE49-F238E27FC236}">
                <a16:creationId xmlns:a16="http://schemas.microsoft.com/office/drawing/2014/main" id="{36DEFF49-DE93-44BF-A01E-8493A1582854}"/>
              </a:ext>
            </a:extLst>
          </p:cNvPr>
          <p:cNvSpPr>
            <a:spLocks xmlns:a="http://schemas.openxmlformats.org/drawingml/2006/main" noGrp="1"/>
          </p:cNvSpPr>
          <p:nvPr/>
        </p:nvSpPr>
        <p:spPr>
          <a:xfrm xmlns:a="http://schemas.openxmlformats.org/drawingml/2006/main">
            <a:off x="510050" y="9659903"/>
            <a:ext cx="3081600" cy="28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70000" lnSpcReduction="20000"/>
          </a:bodyPr>
          <a:lstStyle xmlns:a="http://schemas.openxmlformats.org/drawingml/2006/main"/>
          <a:p xmlns:a="http://schemas.openxmlformats.org/drawingml/2006/main">
            <a:pPr marL="0" lvl="0" indent="0" algn="l">
              <a:lnSpc>
                <a:spcPct val="105000"/>
              </a:lnSpc>
              <a:spcBef>
                <a:spcPts val="0"/>
              </a:spcBef>
              <a:spcAft>
                <a:spcPts val="0"/>
              </a:spcAft>
              <a:buNone/>
            </a:pPr>
            <a:r>
              <a:t/>
            </a:r>
            <a:endParaRPr sz="1100" i="1">
              <a:solidFill>
                <a:srgbClr val="000000"/>
              </a:solidFill>
              <a:latin typeface="Calibri"/>
              <a:ea typeface="Calibri"/>
              <a:cs typeface="Calibri"/>
            </a:endParaRPr>
          </a:p>
        </p:txBody>
      </p:sp>
      <p:sp>
        <p:nvSpPr>
          <p:cNvPr id="81" name="Google Shape;81;p3">
            <a:extLst xmlns:a="http://schemas.openxmlformats.org/drawingml/2006/main">
              <a:ext uri="{FF2B5EF4-FFF2-40B4-BE49-F238E27FC236}">
                <a16:creationId xmlns:a16="http://schemas.microsoft.com/office/drawing/2014/main" id="{BD854322-8212-4A8A-81D5-AAECA146205B}"/>
              </a:ext>
            </a:extLst>
          </p:cNvPr>
          <p:cNvSpPr>
            <a:spLocks xmlns:a="http://schemas.openxmlformats.org/drawingml/2006/main" noGrp="1"/>
          </p:cNvSpPr>
          <p:nvPr/>
        </p:nvSpPr>
        <p:spPr>
          <a:xfrm xmlns:a="http://schemas.openxmlformats.org/drawingml/2006/main">
            <a:off x="159875" y="7502350"/>
            <a:ext cx="7612200" cy="2379300"/>
          </a:xfrm>
          <a:prstGeom xmlns:a="http://schemas.openxmlformats.org/drawingml/2006/main" prst="rect">
            <a:avLst/>
          </a:prstGeom>
          <a:noFill xmlns:a="http://schemas.openxmlformats.org/drawingml/2006/main"/>
          <a:ln xmlns:a="http://schemas.openxmlformats.org/drawingml/2006/main" w="38100" cmpd="sng">
            <a:solidFill>
              <a:srgbClr val="FF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3" name="Google Shape;83;p3">
            <a:extLst xmlns:a="http://schemas.openxmlformats.org/drawingml/2006/main">
              <a:ext uri="{FF2B5EF4-FFF2-40B4-BE49-F238E27FC236}">
                <a16:creationId xmlns:a16="http://schemas.microsoft.com/office/drawing/2014/main" id="{7A29C8C1-B7F2-4FB3-BF67-F0BE4069B6CA}"/>
              </a:ext>
            </a:extLst>
          </p:cNvPr>
          <p:cNvSpPr>
            <a:spLocks xmlns:a="http://schemas.openxmlformats.org/drawingml/2006/main" noGrp="1"/>
          </p:cNvSpPr>
          <p:nvPr/>
        </p:nvSpPr>
        <p:spPr>
          <a:xfrm xmlns:a="http://schemas.openxmlformats.org/drawingml/2006/main" rot="-5400000" flipH="0" flipV="0">
            <a:off x="907715" y="891469"/>
            <a:ext cx="460741" cy="2427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84" name="Google Shape;84;p3">
            <a:extLst xmlns:a="http://schemas.openxmlformats.org/drawingml/2006/main">
              <a:ext uri="{FF2B5EF4-FFF2-40B4-BE49-F238E27FC236}">
                <a16:creationId xmlns:a16="http://schemas.microsoft.com/office/drawing/2014/main" id="{6BE1B67D-336F-4627-A3EF-F87D4C3D15E0}"/>
              </a:ext>
            </a:extLst>
          </p:cNvPr>
          <p:cNvSpPr>
            <a:spLocks xmlns:a="http://schemas.openxmlformats.org/drawingml/2006/main" noGrp="1"/>
          </p:cNvSpPr>
          <p:nvPr/>
        </p:nvSpPr>
        <p:spPr>
          <a:xfrm xmlns:a="http://schemas.openxmlformats.org/drawingml/2006/main" rot="-5400000" flipH="0" flipV="0">
            <a:off x="2803102" y="891469"/>
            <a:ext cx="460741" cy="2427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85" name="Google Shape;85;p3">
            <a:extLst xmlns:a="http://schemas.openxmlformats.org/drawingml/2006/main">
              <a:ext uri="{FF2B5EF4-FFF2-40B4-BE49-F238E27FC236}">
                <a16:creationId xmlns:a16="http://schemas.microsoft.com/office/drawing/2014/main" id="{47AF2B56-8293-4617-9945-254B748CFF15}"/>
              </a:ext>
            </a:extLst>
          </p:cNvPr>
          <p:cNvSpPr>
            <a:spLocks xmlns:a="http://schemas.openxmlformats.org/drawingml/2006/main" noGrp="1"/>
          </p:cNvSpPr>
          <p:nvPr/>
        </p:nvSpPr>
        <p:spPr>
          <a:xfrm xmlns:a="http://schemas.openxmlformats.org/drawingml/2006/main" rot="-5400000" flipH="0" flipV="0">
            <a:off x="4698489" y="891469"/>
            <a:ext cx="460741" cy="2427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86" name="Google Shape;86;p3">
            <a:extLst xmlns:a="http://schemas.openxmlformats.org/drawingml/2006/main">
              <a:ext uri="{FF2B5EF4-FFF2-40B4-BE49-F238E27FC236}">
                <a16:creationId xmlns:a16="http://schemas.microsoft.com/office/drawing/2014/main" id="{C261D672-C515-49AF-9862-629F9A1F7C00}"/>
              </a:ext>
            </a:extLst>
          </p:cNvPr>
          <p:cNvSpPr>
            <a:spLocks xmlns:a="http://schemas.openxmlformats.org/drawingml/2006/main" noGrp="1"/>
          </p:cNvSpPr>
          <p:nvPr/>
        </p:nvSpPr>
        <p:spPr>
          <a:xfrm xmlns:a="http://schemas.openxmlformats.org/drawingml/2006/main" rot="-5400000" flipH="0" flipV="0">
            <a:off x="6593874" y="891469"/>
            <a:ext cx="460741" cy="2427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88" name="Google Shape;88;p3">
            <a:extLst xmlns:a="http://schemas.openxmlformats.org/drawingml/2006/main">
              <a:ext uri="{FF2B5EF4-FFF2-40B4-BE49-F238E27FC236}">
                <a16:creationId xmlns:a16="http://schemas.microsoft.com/office/drawing/2014/main" id="{A16E820B-5B7C-4DF6-9320-6685CFF7B9CE}"/>
              </a:ext>
            </a:extLst>
          </p:cNvPr>
          <p:cNvSpPr>
            <a:spLocks xmlns:a="http://schemas.openxmlformats.org/drawingml/2006/main" noGrp="1"/>
          </p:cNvSpPr>
          <p:nvPr/>
        </p:nvSpPr>
        <p:spPr>
          <a:xfrm xmlns:a="http://schemas.openxmlformats.org/drawingml/2006/main" rot="-5400000" flipH="0" flipV="0">
            <a:off x="907715" y="922571"/>
            <a:ext cx="460741" cy="2427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67" name="Google Shape;67;p3">
            <a:extLst xmlns:a="http://schemas.openxmlformats.org/drawingml/2006/main">
              <a:ext uri="{FF2B5EF4-FFF2-40B4-BE49-F238E27FC236}">
                <a16:creationId xmlns:a16="http://schemas.microsoft.com/office/drawing/2014/main" id="{AF047F61-2FDF-4C3D-80FA-3D36DB00DC08}"/>
              </a:ext>
            </a:extLst>
          </p:cNvPr>
          <p:cNvSpPr>
            <a:spLocks xmlns:a="http://schemas.openxmlformats.org/drawingml/2006/main" noGrp="1"/>
          </p:cNvSpPr>
          <p:nvPr/>
        </p:nvSpPr>
        <p:spPr>
          <a:xfrm xmlns:a="http://schemas.openxmlformats.org/drawingml/2006/main" rot="-5400000" flipH="0" flipV="0">
            <a:off x="2803102" y="922571"/>
            <a:ext cx="460741" cy="2427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89" name="Google Shape;89;p3">
            <a:extLst xmlns:a="http://schemas.openxmlformats.org/drawingml/2006/main">
              <a:ext uri="{FF2B5EF4-FFF2-40B4-BE49-F238E27FC236}">
                <a16:creationId xmlns:a16="http://schemas.microsoft.com/office/drawing/2014/main" id="{F0494CE9-8C47-4A79-8C67-80A667AB7A0B}"/>
              </a:ext>
            </a:extLst>
          </p:cNvPr>
          <p:cNvSpPr>
            <a:spLocks xmlns:a="http://schemas.openxmlformats.org/drawingml/2006/main" noGrp="1"/>
          </p:cNvSpPr>
          <p:nvPr/>
        </p:nvSpPr>
        <p:spPr>
          <a:xfrm xmlns:a="http://schemas.openxmlformats.org/drawingml/2006/main" rot="-5400000" flipH="0" flipV="0">
            <a:off x="4698489" y="922571"/>
            <a:ext cx="460741" cy="2427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90" name="Google Shape;90;p3">
            <a:extLst xmlns:a="http://schemas.openxmlformats.org/drawingml/2006/main">
              <a:ext uri="{FF2B5EF4-FFF2-40B4-BE49-F238E27FC236}">
                <a16:creationId xmlns:a16="http://schemas.microsoft.com/office/drawing/2014/main" id="{BF0179C5-DEA0-493A-9FB1-E02F907760AD}"/>
              </a:ext>
            </a:extLst>
          </p:cNvPr>
          <p:cNvSpPr>
            <a:spLocks xmlns:a="http://schemas.openxmlformats.org/drawingml/2006/main" noGrp="1"/>
          </p:cNvSpPr>
          <p:nvPr/>
        </p:nvSpPr>
        <p:spPr>
          <a:xfrm xmlns:a="http://schemas.openxmlformats.org/drawingml/2006/main" rot="-5400000" flipH="0" flipV="0">
            <a:off x="6593874" y="922571"/>
            <a:ext cx="460741" cy="2427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91" name="Google Shape;91;p3">
            <a:extLst xmlns:a="http://schemas.openxmlformats.org/drawingml/2006/main">
              <a:ext uri="{FF2B5EF4-FFF2-40B4-BE49-F238E27FC236}">
                <a16:creationId xmlns:a16="http://schemas.microsoft.com/office/drawing/2014/main" id="{07191858-5450-4489-AAE9-1442B31545E6}"/>
              </a:ext>
            </a:extLst>
          </p:cNvPr>
          <p:cNvSpPr>
            <a:spLocks xmlns:a="http://schemas.openxmlformats.org/drawingml/2006/main" noGrp="1"/>
          </p:cNvSpPr>
          <p:nvPr/>
        </p:nvSpPr>
        <p:spPr>
          <a:xfrm xmlns:a="http://schemas.openxmlformats.org/drawingml/2006/main" rot="248910">
            <a:off x="7469568" y="-16320"/>
            <a:ext cx="1791494" cy="10540289"/>
          </a:xfrm>
          <a:prstGeom xmlns:a="http://schemas.openxmlformats.org/drawingml/2006/main" prst="rtTriangle">
            <a:avLst/>
          </a:prstGeom>
          <a:solidFill xmlns:a="http://schemas.openxmlformats.org/drawingml/2006/main">
            <a:srgbClr val="57575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CFB991"/>
              </a:solidFill>
            </a:endParaRPr>
          </a:p>
        </p:txBody>
      </p:sp>
      <p:sp>
        <p:nvSpPr>
          <p:cNvPr id="92" name="Google Shape;92;p3">
            <a:extLst xmlns:a="http://schemas.openxmlformats.org/drawingml/2006/main">
              <a:ext uri="{FF2B5EF4-FFF2-40B4-BE49-F238E27FC236}">
                <a16:creationId xmlns:a16="http://schemas.microsoft.com/office/drawing/2014/main" id="{5AD8609D-F785-49BF-A53B-12ED2CC8B59E}"/>
              </a:ext>
            </a:extLst>
          </p:cNvPr>
          <p:cNvSpPr>
            <a:spLocks xmlns:a="http://schemas.openxmlformats.org/drawingml/2006/main" noGrp="1"/>
          </p:cNvSpPr>
          <p:nvPr/>
        </p:nvSpPr>
        <p:spPr>
          <a:xfrm xmlns:a="http://schemas.openxmlformats.org/drawingml/2006/main">
            <a:off x="290394" y="934500"/>
            <a:ext cx="22590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500">
                <a:latin typeface="Work Sans"/>
                <a:ea typeface="Work Sans"/>
                <a:cs typeface="Work Sans"/>
              </a:rPr>
              <a:t>ISSUE / PROBLEM</a:t>
            </a:r>
            <a:endParaRPr sz="1500">
              <a:latin typeface="Work Sans"/>
              <a:ea typeface="Work Sans"/>
              <a:cs typeface="Work Sans"/>
            </a:endParaRPr>
          </a:p>
        </p:txBody>
      </p:sp>
      <p:sp>
        <p:nvSpPr>
          <p:cNvPr id="94" name="Google Shape;94;p3">
            <a:extLst xmlns:a="http://schemas.openxmlformats.org/drawingml/2006/main">
              <a:ext uri="{FF2B5EF4-FFF2-40B4-BE49-F238E27FC236}">
                <a16:creationId xmlns:a16="http://schemas.microsoft.com/office/drawing/2014/main" id="{AB41389C-DB28-4472-B1A3-6577ED4F59DC}"/>
              </a:ext>
            </a:extLst>
          </p:cNvPr>
          <p:cNvSpPr>
            <a:spLocks xmlns:a="http://schemas.openxmlformats.org/drawingml/2006/main" noGrp="1"/>
          </p:cNvSpPr>
          <p:nvPr/>
        </p:nvSpPr>
        <p:spPr>
          <a:xfrm xmlns:a="http://schemas.openxmlformats.org/drawingml/2006/main" rot="0" flipH="0" flipV="0">
            <a:off x="191582" y="1040825"/>
            <a:ext cx="118260" cy="187200"/>
          </a:xfrm>
          <a:prstGeom xmlns:a="http://schemas.openxmlformats.org/drawingml/2006/main" prst="chevron">
            <a:avLst>
              <a:gd name="adj" fmla="val 50000"/>
            </a:avLst>
          </a:prstGeom>
          <a:solidFill xmlns:a="http://schemas.openxmlformats.org/drawingml/2006/main">
            <a:srgbClr val="0000FF"/>
          </a:solidFill>
          <a:ln xmlns:a="http://schemas.openxmlformats.org/drawingml/2006/main" w="9525" cmpd="sng">
            <a:solidFill>
              <a:srgbClr val="00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5" name="Google Shape;95;p3">
            <a:extLst xmlns:a="http://schemas.openxmlformats.org/drawingml/2006/main">
              <a:ext uri="{FF2B5EF4-FFF2-40B4-BE49-F238E27FC236}">
                <a16:creationId xmlns:a16="http://schemas.microsoft.com/office/drawing/2014/main" id="{F70D9508-4D9E-4620-AE8B-DB296DD32B38}"/>
              </a:ext>
            </a:extLst>
          </p:cNvPr>
          <p:cNvSpPr>
            <a:spLocks xmlns:a="http://schemas.openxmlformats.org/drawingml/2006/main" noGrp="1"/>
          </p:cNvSpPr>
          <p:nvPr/>
        </p:nvSpPr>
        <p:spPr>
          <a:xfrm xmlns:a="http://schemas.openxmlformats.org/drawingml/2006/main" rot="0" flipH="0" flipV="0">
            <a:off x="172024" y="1060250"/>
            <a:ext cx="118260" cy="146700"/>
          </a:xfrm>
          <a:prstGeom xmlns:a="http://schemas.openxmlformats.org/drawingml/2006/main" prst="chevron">
            <a:avLst>
              <a:gd name="adj" fmla="val 50000"/>
            </a:avLst>
          </a:prstGeom>
          <a:solidFill xmlns:a="http://schemas.openxmlformats.org/drawingml/2006/main">
            <a:srgbClr val="4069DD"/>
          </a:solidFill>
          <a:ln xmlns:a="http://schemas.openxmlformats.org/drawingml/2006/main" w="9525" cmpd="sng">
            <a:solidFill>
              <a:srgbClr val="4069D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6" name="Google Shape;96;p3">
            <a:extLst xmlns:a="http://schemas.openxmlformats.org/drawingml/2006/main">
              <a:ext uri="{FF2B5EF4-FFF2-40B4-BE49-F238E27FC236}">
                <a16:creationId xmlns:a16="http://schemas.microsoft.com/office/drawing/2014/main" id="{FBE513EE-20DB-43F3-9A38-53154D28AA49}"/>
              </a:ext>
            </a:extLst>
          </p:cNvPr>
          <p:cNvSpPr>
            <a:spLocks xmlns:a="http://schemas.openxmlformats.org/drawingml/2006/main" noGrp="1"/>
          </p:cNvSpPr>
          <p:nvPr/>
        </p:nvSpPr>
        <p:spPr>
          <a:xfrm xmlns:a="http://schemas.openxmlformats.org/drawingml/2006/main">
            <a:off x="308719" y="2801400"/>
            <a:ext cx="22590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500">
                <a:latin typeface="Work Sans"/>
                <a:ea typeface="Work Sans"/>
                <a:cs typeface="Work Sans"/>
              </a:rPr>
              <a:t>RESPONSE </a:t>
            </a:r>
            <a:endParaRPr sz="1500">
              <a:latin typeface="Work Sans"/>
              <a:ea typeface="Work Sans"/>
              <a:cs typeface="Work Sans"/>
            </a:endParaRPr>
          </a:p>
        </p:txBody>
      </p:sp>
      <p:sp>
        <p:nvSpPr>
          <p:cNvPr id="98" name="Google Shape;98;p3">
            <a:extLst xmlns:a="http://schemas.openxmlformats.org/drawingml/2006/main">
              <a:ext uri="{FF2B5EF4-FFF2-40B4-BE49-F238E27FC236}">
                <a16:creationId xmlns:a16="http://schemas.microsoft.com/office/drawing/2014/main" id="{D5E47323-6D97-46F4-A116-5E5F9839F39A}"/>
              </a:ext>
            </a:extLst>
          </p:cNvPr>
          <p:cNvSpPr>
            <a:spLocks xmlns:a="http://schemas.openxmlformats.org/drawingml/2006/main" noGrp="1"/>
          </p:cNvSpPr>
          <p:nvPr/>
        </p:nvSpPr>
        <p:spPr>
          <a:xfrm xmlns:a="http://schemas.openxmlformats.org/drawingml/2006/main" rot="0" flipH="0" flipV="0">
            <a:off x="209907" y="2907725"/>
            <a:ext cx="118260" cy="187200"/>
          </a:xfrm>
          <a:prstGeom xmlns:a="http://schemas.openxmlformats.org/drawingml/2006/main" prst="chevron">
            <a:avLst>
              <a:gd name="adj" fmla="val 50000"/>
            </a:avLst>
          </a:prstGeom>
          <a:solidFill xmlns:a="http://schemas.openxmlformats.org/drawingml/2006/main">
            <a:srgbClr val="FF0000"/>
          </a:solidFill>
          <a:ln xmlns:a="http://schemas.openxmlformats.org/drawingml/2006/main" w="9525" cmpd="sng">
            <a:solidFill>
              <a:srgbClr val="00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 name="Google Shape;99;p3">
            <a:extLst xmlns:a="http://schemas.openxmlformats.org/drawingml/2006/main">
              <a:ext uri="{FF2B5EF4-FFF2-40B4-BE49-F238E27FC236}">
                <a16:creationId xmlns:a16="http://schemas.microsoft.com/office/drawing/2014/main" id="{DF923A49-EBFF-41B8-B54C-5048709B769F}"/>
              </a:ext>
            </a:extLst>
          </p:cNvPr>
          <p:cNvSpPr>
            <a:spLocks xmlns:a="http://schemas.openxmlformats.org/drawingml/2006/main" noGrp="1"/>
          </p:cNvSpPr>
          <p:nvPr/>
        </p:nvSpPr>
        <p:spPr>
          <a:xfrm xmlns:a="http://schemas.openxmlformats.org/drawingml/2006/main" rot="0" flipH="0" flipV="0">
            <a:off x="190349" y="2927150"/>
            <a:ext cx="118260" cy="146700"/>
          </a:xfrm>
          <a:prstGeom xmlns:a="http://schemas.openxmlformats.org/drawingml/2006/main" prst="chevron">
            <a:avLst>
              <a:gd name="adj" fmla="val 50000"/>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0" name="Google Shape;100;p3">
            <a:extLst xmlns:a="http://schemas.openxmlformats.org/drawingml/2006/main">
              <a:ext uri="{FF2B5EF4-FFF2-40B4-BE49-F238E27FC236}">
                <a16:creationId xmlns:a16="http://schemas.microsoft.com/office/drawing/2014/main" id="{77860531-5DD5-41A4-995B-E92630C8C81A}"/>
              </a:ext>
            </a:extLst>
          </p:cNvPr>
          <p:cNvSpPr>
            <a:spLocks xmlns:a="http://schemas.openxmlformats.org/drawingml/2006/main" noGrp="1"/>
          </p:cNvSpPr>
          <p:nvPr/>
        </p:nvSpPr>
        <p:spPr>
          <a:xfrm xmlns:a="http://schemas.openxmlformats.org/drawingml/2006/main">
            <a:off x="290394" y="5399875"/>
            <a:ext cx="22590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500">
                <a:latin typeface="Work Sans"/>
                <a:ea typeface="Work Sans"/>
                <a:cs typeface="Work Sans"/>
              </a:rPr>
              <a:t>IMPACT  </a:t>
            </a:r>
            <a:endParaRPr sz="1500">
              <a:latin typeface="Work Sans"/>
              <a:ea typeface="Work Sans"/>
              <a:cs typeface="Work Sans"/>
            </a:endParaRPr>
          </a:p>
        </p:txBody>
      </p:sp>
      <p:sp>
        <p:nvSpPr>
          <p:cNvPr id="102" name="Google Shape;102;p3">
            <a:extLst xmlns:a="http://schemas.openxmlformats.org/drawingml/2006/main">
              <a:ext uri="{FF2B5EF4-FFF2-40B4-BE49-F238E27FC236}">
                <a16:creationId xmlns:a16="http://schemas.microsoft.com/office/drawing/2014/main" id="{455CD843-F4C9-4D94-91BF-DCE693D54A92}"/>
              </a:ext>
            </a:extLst>
          </p:cNvPr>
          <p:cNvSpPr>
            <a:spLocks xmlns:a="http://schemas.openxmlformats.org/drawingml/2006/main" noGrp="1"/>
          </p:cNvSpPr>
          <p:nvPr/>
        </p:nvSpPr>
        <p:spPr>
          <a:xfrm xmlns:a="http://schemas.openxmlformats.org/drawingml/2006/main" rot="0" flipH="0" flipV="0">
            <a:off x="191582" y="5506200"/>
            <a:ext cx="118260" cy="187200"/>
          </a:xfrm>
          <a:prstGeom xmlns:a="http://schemas.openxmlformats.org/drawingml/2006/main" prst="chevron">
            <a:avLst>
              <a:gd name="adj" fmla="val 50000"/>
            </a:avLst>
          </a:prstGeom>
          <a:solidFill xmlns:a="http://schemas.openxmlformats.org/drawingml/2006/main">
            <a:srgbClr val="F4B400"/>
          </a:solidFill>
          <a:ln xmlns:a="http://schemas.openxmlformats.org/drawingml/2006/main" w="9525" cmpd="sng">
            <a:solidFill>
              <a:srgbClr val="00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3" name="Google Shape;103;p3">
            <a:extLst xmlns:a="http://schemas.openxmlformats.org/drawingml/2006/main">
              <a:ext uri="{FF2B5EF4-FFF2-40B4-BE49-F238E27FC236}">
                <a16:creationId xmlns:a16="http://schemas.microsoft.com/office/drawing/2014/main" id="{990CE8B8-9489-4F9E-B770-AD4DEFC06067}"/>
              </a:ext>
            </a:extLst>
          </p:cNvPr>
          <p:cNvSpPr>
            <a:spLocks xmlns:a="http://schemas.openxmlformats.org/drawingml/2006/main" noGrp="1"/>
          </p:cNvSpPr>
          <p:nvPr/>
        </p:nvSpPr>
        <p:spPr>
          <a:xfrm xmlns:a="http://schemas.openxmlformats.org/drawingml/2006/main" rot="0" flipH="0" flipV="0">
            <a:off x="172024" y="5525625"/>
            <a:ext cx="118260" cy="146700"/>
          </a:xfrm>
          <a:prstGeom xmlns:a="http://schemas.openxmlformats.org/drawingml/2006/main" prst="chevron">
            <a:avLst>
              <a:gd name="adj" fmla="val 50000"/>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4" name="Google Shape;104;p3">
            <a:extLst xmlns:a="http://schemas.openxmlformats.org/drawingml/2006/main">
              <a:ext uri="{FF2B5EF4-FFF2-40B4-BE49-F238E27FC236}">
                <a16:creationId xmlns:a16="http://schemas.microsoft.com/office/drawing/2014/main" id="{CC478B18-8FD2-4F86-AC60-2A9A07247A4D}"/>
              </a:ext>
            </a:extLst>
          </p:cNvPr>
          <p:cNvSpPr>
            <a:spLocks xmlns:a="http://schemas.openxmlformats.org/drawingml/2006/main" noGrp="1"/>
          </p:cNvSpPr>
          <p:nvPr/>
        </p:nvSpPr>
        <p:spPr>
          <a:xfrm xmlns:a="http://schemas.openxmlformats.org/drawingml/2006/main">
            <a:off x="-2480800" y="9126503"/>
            <a:ext cx="3081600" cy="28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70000" lnSpcReduction="20000"/>
          </a:bodyPr>
          <a:lstStyle xmlns:a="http://schemas.openxmlformats.org/drawingml/2006/main"/>
          <a:p xmlns:a="http://schemas.openxmlformats.org/drawingml/2006/main">
            <a:pPr marL="0" lvl="0" indent="0" algn="l">
              <a:lnSpc>
                <a:spcPct val="105000"/>
              </a:lnSpc>
              <a:spcBef>
                <a:spcPts val="0"/>
              </a:spcBef>
              <a:spcAft>
                <a:spcPts val="0"/>
              </a:spcAft>
              <a:buNone/>
            </a:pPr>
            <a:r>
              <a:t/>
            </a:r>
            <a:endParaRPr sz="1100" i="1">
              <a:solidFill>
                <a:srgbClr val="000000"/>
              </a:solidFill>
              <a:latin typeface="Calibri"/>
              <a:ea typeface="Calibri"/>
              <a:cs typeface="Calibri"/>
            </a:endParaRPr>
          </a:p>
        </p:txBody>
      </p:sp>
      <p:sp>
        <p:nvSpPr>
          <p:cNvPr id="105" name="Google Shape;105;p3">
            <a:extLst xmlns:a="http://schemas.openxmlformats.org/drawingml/2006/main">
              <a:ext uri="{FF2B5EF4-FFF2-40B4-BE49-F238E27FC236}">
                <a16:creationId xmlns:a16="http://schemas.microsoft.com/office/drawing/2014/main" id="{E75217A7-E078-4E27-8F6D-C0FC8D1568E3}"/>
              </a:ext>
            </a:extLst>
          </p:cNvPr>
          <p:cNvSpPr>
            <a:spLocks xmlns:a="http://schemas.openxmlformats.org/drawingml/2006/main" noGrp="1"/>
          </p:cNvSpPr>
          <p:nvPr/>
        </p:nvSpPr>
        <p:spPr>
          <a:xfrm xmlns:a="http://schemas.openxmlformats.org/drawingml/2006/main">
            <a:off x="315596" y="7502355"/>
            <a:ext cx="62733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500">
                <a:latin typeface="Work Sans"/>
                <a:ea typeface="Work Sans"/>
                <a:cs typeface="Work Sans"/>
              </a:rPr>
              <a:t>KEY INSIGHTS</a:t>
            </a:r>
            <a:endParaRPr sz="1500">
              <a:latin typeface="Work Sans"/>
              <a:ea typeface="Work Sans"/>
              <a:cs typeface="Work Sans"/>
            </a:endParaRPr>
          </a:p>
        </p:txBody>
      </p:sp>
      <p:sp>
        <p:nvSpPr>
          <p:cNvPr id="107" name="Google Shape;107;p3">
            <a:extLst xmlns:a="http://schemas.openxmlformats.org/drawingml/2006/main">
              <a:ext uri="{FF2B5EF4-FFF2-40B4-BE49-F238E27FC236}">
                <a16:creationId xmlns:a16="http://schemas.microsoft.com/office/drawing/2014/main" id="{865A3468-3A16-4AEF-AB16-52E6600974E9}"/>
              </a:ext>
            </a:extLst>
          </p:cNvPr>
          <p:cNvSpPr>
            <a:spLocks xmlns:a="http://schemas.openxmlformats.org/drawingml/2006/main" noGrp="1"/>
          </p:cNvSpPr>
          <p:nvPr/>
        </p:nvSpPr>
        <p:spPr>
          <a:xfrm xmlns:a="http://schemas.openxmlformats.org/drawingml/2006/main" rot="0" flipH="0" flipV="0">
            <a:off x="191582" y="7607808"/>
            <a:ext cx="118260" cy="187200"/>
          </a:xfrm>
          <a:prstGeom xmlns:a="http://schemas.openxmlformats.org/drawingml/2006/main" prst="chevron">
            <a:avLst>
              <a:gd name="adj" fmla="val 50000"/>
            </a:avLst>
          </a:prstGeom>
          <a:solidFill xmlns:a="http://schemas.openxmlformats.org/drawingml/2006/main">
            <a:srgbClr val="0F9D58"/>
          </a:solidFill>
          <a:ln xmlns:a="http://schemas.openxmlformats.org/drawingml/2006/main" w="9525" cmpd="sng">
            <a:solidFill>
              <a:srgbClr val="00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8" name="Google Shape;108;p3">
            <a:extLst xmlns:a="http://schemas.openxmlformats.org/drawingml/2006/main">
              <a:ext uri="{FF2B5EF4-FFF2-40B4-BE49-F238E27FC236}">
                <a16:creationId xmlns:a16="http://schemas.microsoft.com/office/drawing/2014/main" id="{742C964A-98FB-4AEA-85C6-0BB902CB7F34}"/>
              </a:ext>
            </a:extLst>
          </p:cNvPr>
          <p:cNvSpPr>
            <a:spLocks xmlns:a="http://schemas.openxmlformats.org/drawingml/2006/main" noGrp="1"/>
          </p:cNvSpPr>
          <p:nvPr/>
        </p:nvSpPr>
        <p:spPr>
          <a:xfrm xmlns:a="http://schemas.openxmlformats.org/drawingml/2006/main" rot="0" flipH="0" flipV="0">
            <a:off x="172024" y="7627233"/>
            <a:ext cx="118260" cy="146700"/>
          </a:xfrm>
          <a:prstGeom xmlns:a="http://schemas.openxmlformats.org/drawingml/2006/main" prst="chevron">
            <a:avLst>
              <a:gd name="adj" fmla="val 50000"/>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9" name="Google Shape;109;p3">
            <a:extLst xmlns:a="http://schemas.openxmlformats.org/drawingml/2006/main">
              <a:ext uri="{FF2B5EF4-FFF2-40B4-BE49-F238E27FC236}">
                <a16:creationId xmlns:a16="http://schemas.microsoft.com/office/drawing/2014/main" id="{849531DC-14E7-4414-963F-FEFE93EB2989}"/>
              </a:ext>
            </a:extLst>
          </p:cNvPr>
          <p:cNvSpPr>
            <a:spLocks xmlns:a="http://schemas.openxmlformats.org/drawingml/2006/main" noGrp="1"/>
          </p:cNvSpPr>
          <p:nvPr>
            <p:ph type="pic" idx="3"/>
          </p:nvPr>
        </p:nvSpPr>
        <p:spPr>
          <a:xfrm xmlns:a="http://schemas.openxmlformats.org/drawingml/2006/main">
            <a:off x="4054775" y="4659950"/>
            <a:ext cx="3035400" cy="2495700"/>
          </a:xfrm>
          <a:prstGeom xmlns:a="http://schemas.openxmlformats.org/drawingml/2006/main" prst="rect">
            <a:avLst/>
          </a:prstGeom>
          <a:noFill xmlns:a="http://schemas.openxmlformats.org/drawingml/2006/main"/>
          <a:ln xmlns:a="http://schemas.openxmlformats.org/drawingml/2006/main" w="19050" cmpd="sng">
            <a:solidFill>
              <a:srgbClr val="000000"/>
            </a:solidFill>
            <a:prstDash val="solid"/>
            <a:headEnd type="none" w="sm" len="sm"/>
            <a:tailEnd type="none" w="sm" len="sm"/>
          </a:ln>
        </p:spPr>
      </p:sp>
      <p:sp>
        <p:nvSpPr>
          <p:cNvPr id="110" name="Google Shape;110;p3">
            <a:extLst xmlns:a="http://schemas.openxmlformats.org/drawingml/2006/main">
              <a:ext uri="{FF2B5EF4-FFF2-40B4-BE49-F238E27FC236}">
                <a16:creationId xmlns:a16="http://schemas.microsoft.com/office/drawing/2014/main" id="{61B124FA-D07C-4FCE-A84F-549FB66193E3}"/>
              </a:ext>
            </a:extLst>
          </p:cNvPr>
          <p:cNvSpPr>
            <a:spLocks xmlns:a="http://schemas.openxmlformats.org/drawingml/2006/main" noGrp="1"/>
          </p:cNvSpPr>
          <p:nvPr/>
        </p:nvSpPr>
        <p:spPr>
          <a:xfrm xmlns:a="http://schemas.openxmlformats.org/drawingml/2006/main">
            <a:off x="159875" y="60000"/>
            <a:ext cx="7458900" cy="5079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2100" b="1">
                <a:latin typeface="Google Sans"/>
                <a:ea typeface="Google Sans"/>
                <a:cs typeface="Google Sans"/>
              </a:rPr>
              <a:t>Click here to edit title</a:t>
            </a:r>
            <a:endParaRPr sz="2100" b="1">
              <a:latin typeface="Google Sans"/>
              <a:ea typeface="Google Sans"/>
              <a:cs typeface="Google Sans"/>
            </a:endParaRPr>
          </a:p>
        </p:txBody>
      </p:sp>
      <p:sp>
        <p:nvSpPr>
          <p:cNvPr id="111" name="Google Shape;111;p3">
            <a:extLst xmlns:a="http://schemas.openxmlformats.org/drawingml/2006/main">
              <a:ext uri="{FF2B5EF4-FFF2-40B4-BE49-F238E27FC236}">
                <a16:creationId xmlns:a16="http://schemas.microsoft.com/office/drawing/2014/main" id="{5C7975C6-969E-42F2-9EDB-98019691686D}"/>
              </a:ext>
            </a:extLst>
          </p:cNvPr>
          <p:cNvSpPr>
            <a:spLocks xmlns:a="http://schemas.openxmlformats.org/drawingml/2006/main" noGrp="1"/>
          </p:cNvSpPr>
          <p:nvPr/>
        </p:nvSpPr>
        <p:spPr>
          <a:xfrm xmlns:a="http://schemas.openxmlformats.org/drawingml/2006/main">
            <a:off x="1763100" y="490850"/>
            <a:ext cx="42462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lnSpc>
                <a:spcPct val="115000"/>
              </a:lnSpc>
              <a:spcBef>
                <a:spcPts val="0"/>
              </a:spcBef>
              <a:spcAft>
                <a:spcPts val="1200"/>
              </a:spcAft>
              <a:buNone/>
            </a:pPr>
            <a:r>
              <a:rPr sz="1200">
                <a:latin typeface="PT Sans Narrow"/>
                <a:ea typeface="PT Sans Narrow"/>
                <a:cs typeface="PT Sans Narrow"/>
              </a:rPr>
              <a:t>Click here to edit subtitle</a:t>
            </a:r>
            <a:endParaRPr sz="1200">
              <a:solidFill>
                <a:srgbClr val="000000"/>
              </a:solidFill>
              <a:latin typeface="PT Sans Narrow"/>
              <a:ea typeface="PT Sans Narrow"/>
              <a:cs typeface="PT Sans Narrow"/>
            </a:endParaRPr>
          </a:p>
        </p:txBody>
      </p:sp>
    </p:spTree>
  </p:cSld>
</p:sldLayout>
</file>

<file path=ppt/slideLayouts/slideLayout3.xml><?xml version="1.0" encoding="utf-8"?>
<p:sldLayout xmlns:p="http://schemas.openxmlformats.org/presentationml/2006/main" matchingName="Layout 3">
  <p:cSld name="CUSTOM_2_1">
    <p:spTree>
      <p:nvGrpSpPr>
        <p:cNvPr id="1" name=""/>
        <p:cNvGrpSpPr/>
        <p:nvPr/>
      </p:nvGrpSpPr>
      <p:grpSpPr>
        <a:xfrm xmlns:a="http://schemas.openxmlformats.org/drawingml/2006/main"/>
      </p:grpSpPr>
      <p:cxnSp>
        <p:nvCxnSpPr>
          <p:cNvPr id="159" name="Google Shape;113;p4"/>
          <p:cNvCxnSpPr/>
          <p:nvPr/>
        </p:nvCxnSpPr>
        <p:spPr>
          <a:xfrm xmlns:a="http://schemas.openxmlformats.org/drawingml/2006/main">
            <a:off x="417963" y="311025"/>
            <a:ext cx="28200" cy="8777100"/>
          </a:xfrm>
          <a:prstGeom xmlns:a="http://schemas.openxmlformats.org/drawingml/2006/main" prst="straightConnector1">
            <a:avLst/>
          </a:prstGeom>
          <a:ln xmlns:a="http://schemas.openxmlformats.org/drawingml/2006/main" w="9525" cap="flat">
            <a:solidFill>
              <a:srgbClr val="B7B7B7"/>
            </a:solidFill>
            <a:prstDash val="solid"/>
            <a:round/>
            <a:headEnd type="none" w="med" len="med"/>
            <a:tailEnd type="none" w="med" len="med"/>
          </a:ln>
        </p:spPr>
      </p:cxnSp>
      <p:cxnSp>
        <p:nvCxnSpPr>
          <p:cNvPr id="160" name="Google Shape;115;p4"/>
          <p:cNvCxnSpPr/>
          <p:nvPr/>
        </p:nvCxnSpPr>
        <p:spPr>
          <a:xfrm xmlns:a="http://schemas.openxmlformats.org/drawingml/2006/main" rot="10800000" flipH="1" flipV="0">
            <a:off x="404725" y="1300475"/>
            <a:ext cx="6908400" cy="16800"/>
          </a:xfrm>
          <a:prstGeom xmlns:a="http://schemas.openxmlformats.org/drawingml/2006/main" prst="straightConnector1">
            <a:avLst/>
          </a:prstGeom>
          <a:ln xmlns:a="http://schemas.openxmlformats.org/drawingml/2006/main" w="38100" cap="flat">
            <a:solidFill>
              <a:srgbClr val="666666"/>
            </a:solidFill>
            <a:prstDash val="solid"/>
            <a:round/>
            <a:headEnd type="none" w="med" len="med"/>
            <a:tailEnd type="none" w="med" len="med"/>
          </a:ln>
        </p:spPr>
      </p:cxnSp>
      <p:cxnSp>
        <p:nvCxnSpPr>
          <p:cNvPr id="161" name="Google Shape;116;p4"/>
          <p:cNvCxnSpPr/>
          <p:nvPr/>
        </p:nvCxnSpPr>
        <p:spPr>
          <a:xfrm xmlns:a="http://schemas.openxmlformats.org/drawingml/2006/main" rot="10800000" flipH="1" flipV="0">
            <a:off x="404725" y="1355700"/>
            <a:ext cx="6908400" cy="16800"/>
          </a:xfrm>
          <a:prstGeom xmlns:a="http://schemas.openxmlformats.org/drawingml/2006/main" prst="straightConnector1">
            <a:avLst/>
          </a:prstGeom>
          <a:ln xmlns:a="http://schemas.openxmlformats.org/drawingml/2006/main" w="38100" cap="flat">
            <a:solidFill>
              <a:srgbClr val="666666"/>
            </a:solidFill>
            <a:prstDash val="solid"/>
            <a:round/>
            <a:headEnd type="none" w="med" len="med"/>
            <a:tailEnd type="none" w="med" len="med"/>
          </a:ln>
        </p:spPr>
      </p:cxnSp>
      <p:cxnSp>
        <p:nvCxnSpPr>
          <p:cNvPr id="162" name="Google Shape;117;p4"/>
          <p:cNvCxnSpPr/>
          <p:nvPr/>
        </p:nvCxnSpPr>
        <p:spPr>
          <a:xfrm xmlns:a="http://schemas.openxmlformats.org/drawingml/2006/main">
            <a:off x="7326238" y="6225"/>
            <a:ext cx="28200" cy="8777100"/>
          </a:xfrm>
          <a:prstGeom xmlns:a="http://schemas.openxmlformats.org/drawingml/2006/main" prst="straightConnector1">
            <a:avLst/>
          </a:prstGeom>
          <a:ln xmlns:a="http://schemas.openxmlformats.org/drawingml/2006/main" w="9525" cap="flat">
            <a:solidFill>
              <a:srgbClr val="B7B7B7"/>
            </a:solidFill>
            <a:prstDash val="solid"/>
            <a:round/>
            <a:headEnd type="none" w="med" len="med"/>
            <a:tailEnd type="none" w="med" len="med"/>
          </a:ln>
        </p:spPr>
      </p:cxnSp>
      <p:cxnSp>
        <p:nvCxnSpPr>
          <p:cNvPr id="163" name="Google Shape;118;p4"/>
          <p:cNvCxnSpPr/>
          <p:nvPr/>
        </p:nvCxnSpPr>
        <p:spPr>
          <a:xfrm xmlns:a="http://schemas.openxmlformats.org/drawingml/2006/main" rot="10800000">
            <a:off x="438150" y="3276600"/>
            <a:ext cx="6896100" cy="0"/>
          </a:xfrm>
          <a:prstGeom xmlns:a="http://schemas.openxmlformats.org/drawingml/2006/main" prst="straightConnector1">
            <a:avLst/>
          </a:prstGeom>
          <a:ln xmlns:a="http://schemas.openxmlformats.org/drawingml/2006/main" w="9525" cap="flat">
            <a:solidFill>
              <a:srgbClr val="CCCCCC"/>
            </a:solidFill>
            <a:prstDash val="solid"/>
            <a:round/>
            <a:headEnd type="none" w="med" len="med"/>
            <a:tailEnd type="none" w="med" len="med"/>
          </a:ln>
        </p:spPr>
      </p:cxnSp>
      <p:cxnSp>
        <p:nvCxnSpPr>
          <p:cNvPr id="164" name="Google Shape;119;p4"/>
          <p:cNvCxnSpPr/>
          <p:nvPr/>
        </p:nvCxnSpPr>
        <p:spPr>
          <a:xfrm xmlns:a="http://schemas.openxmlformats.org/drawingml/2006/main">
            <a:off x="3861475" y="3505200"/>
            <a:ext cx="0" cy="5611800"/>
          </a:xfrm>
          <a:prstGeom xmlns:a="http://schemas.openxmlformats.org/drawingml/2006/main" prst="straightConnector1">
            <a:avLst/>
          </a:prstGeom>
          <a:ln xmlns:a="http://schemas.openxmlformats.org/drawingml/2006/main" w="9525" cap="flat">
            <a:solidFill>
              <a:srgbClr val="B7B7B7"/>
            </a:solidFill>
            <a:prstDash val="solid"/>
            <a:round/>
            <a:headEnd type="none" w="med" len="med"/>
            <a:tailEnd type="none" w="med" len="med"/>
          </a:ln>
        </p:spPr>
      </p:cxnSp>
      <p:sp>
        <p:nvSpPr>
          <p:cNvPr id="121" name="Google Shape;121;p4">
            <a:extLst xmlns:a="http://schemas.openxmlformats.org/drawingml/2006/main">
              <a:ext uri="{FF2B5EF4-FFF2-40B4-BE49-F238E27FC236}">
                <a16:creationId xmlns:a16="http://schemas.microsoft.com/office/drawing/2014/main" id="{7C4C87A2-D5E5-4A64-8E61-19583CE8B07B}"/>
              </a:ext>
            </a:extLst>
          </p:cNvPr>
          <p:cNvSpPr>
            <a:spLocks xmlns:a="http://schemas.openxmlformats.org/drawingml/2006/main" noGrp="1"/>
          </p:cNvSpPr>
          <p:nvPr/>
        </p:nvSpPr>
        <p:spPr>
          <a:xfrm xmlns:a="http://schemas.openxmlformats.org/drawingml/2006/main" rot="0" flipH="0" flipV="0">
            <a:off x="417975" y="1504250"/>
            <a:ext cx="2020800" cy="410100"/>
          </a:xfrm>
          <a:prstGeom xmlns:a="http://schemas.openxmlformats.org/drawingml/2006/main" prst="rect">
            <a:avLst/>
          </a:prstGeom>
          <a:solidFill xmlns:a="http://schemas.openxmlformats.org/drawingml/2006/main">
            <a:srgbClr val="595959"/>
          </a:solidFill>
          <a:ln xmlns:a="http://schemas.openxmlformats.org/drawingml/2006/main" w="9525" cmpd="sng">
            <a:solidFill>
              <a:srgbClr val="0000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2" name="Google Shape;122;p4">
            <a:extLst xmlns:a="http://schemas.openxmlformats.org/drawingml/2006/main">
              <a:ext uri="{FF2B5EF4-FFF2-40B4-BE49-F238E27FC236}">
                <a16:creationId xmlns:a16="http://schemas.microsoft.com/office/drawing/2014/main" id="{6E23928E-C6B5-4C00-A72A-ADA979A7D7A5}"/>
              </a:ext>
            </a:extLst>
          </p:cNvPr>
          <p:cNvSpPr>
            <a:spLocks xmlns:a="http://schemas.openxmlformats.org/drawingml/2006/main" noGrp="1"/>
          </p:cNvSpPr>
          <p:nvPr/>
        </p:nvSpPr>
        <p:spPr>
          <a:xfrm xmlns:a="http://schemas.openxmlformats.org/drawingml/2006/main" rot="10800000" flipH="0" flipV="0">
            <a:off x="2236350" y="1504875"/>
            <a:ext cx="539400" cy="409500"/>
          </a:xfrm>
          <a:prstGeom xmlns:a="http://schemas.openxmlformats.org/drawingml/2006/main" prst="chevron">
            <a:avLst>
              <a:gd name="adj" fmla="val 50000"/>
            </a:avLst>
          </a:prstGeom>
          <a:solidFill xmlns:a="http://schemas.openxmlformats.org/drawingml/2006/main">
            <a:srgbClr val="595959"/>
          </a:solidFill>
          <a:ln xmlns:a="http://schemas.openxmlformats.org/drawingml/2006/main" w="9525" cmpd="sng">
            <a:solidFill>
              <a:srgbClr val="0000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3" name="Google Shape;123;p4">
            <a:extLst xmlns:a="http://schemas.openxmlformats.org/drawingml/2006/main">
              <a:ext uri="{FF2B5EF4-FFF2-40B4-BE49-F238E27FC236}">
                <a16:creationId xmlns:a16="http://schemas.microsoft.com/office/drawing/2014/main" id="{D674AC90-37BE-4560-81BB-9E71D4CC521D}"/>
              </a:ext>
            </a:extLst>
          </p:cNvPr>
          <p:cNvSpPr>
            <a:spLocks xmlns:a="http://schemas.openxmlformats.org/drawingml/2006/main" noGrp="1"/>
          </p:cNvSpPr>
          <p:nvPr/>
        </p:nvSpPr>
        <p:spPr>
          <a:xfrm xmlns:a="http://schemas.openxmlformats.org/drawingml/2006/main" rot="0" flipH="0" flipV="0">
            <a:off x="446175" y="1524300"/>
            <a:ext cx="1946700" cy="364200"/>
          </a:xfrm>
          <a:prstGeom xmlns:a="http://schemas.openxmlformats.org/drawingml/2006/main" prst="rect">
            <a:avLst/>
          </a:prstGeom>
          <a:solidFill xmlns:a="http://schemas.openxmlformats.org/drawingml/2006/main">
            <a:srgbClr val="B7B7B7"/>
          </a:solidFill>
          <a:ln xmlns:a="http://schemas.openxmlformats.org/drawingml/2006/main" w="9525" cmpd="sng">
            <a:solidFill>
              <a:srgbClr val="0000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 name="Google Shape;124;p4">
            <a:extLst xmlns:a="http://schemas.openxmlformats.org/drawingml/2006/main">
              <a:ext uri="{FF2B5EF4-FFF2-40B4-BE49-F238E27FC236}">
                <a16:creationId xmlns:a16="http://schemas.microsoft.com/office/drawing/2014/main" id="{B82F20ED-D47D-4372-960F-BC452200AAE6}"/>
              </a:ext>
            </a:extLst>
          </p:cNvPr>
          <p:cNvSpPr>
            <a:spLocks xmlns:a="http://schemas.openxmlformats.org/drawingml/2006/main" noGrp="1"/>
          </p:cNvSpPr>
          <p:nvPr/>
        </p:nvSpPr>
        <p:spPr>
          <a:xfrm xmlns:a="http://schemas.openxmlformats.org/drawingml/2006/main" rot="10800000" flipH="0" flipV="0">
            <a:off x="2198100" y="1525000"/>
            <a:ext cx="519600" cy="363600"/>
          </a:xfrm>
          <a:prstGeom xmlns:a="http://schemas.openxmlformats.org/drawingml/2006/main" prst="chevron">
            <a:avLst>
              <a:gd name="adj" fmla="val 50000"/>
            </a:avLst>
          </a:prstGeom>
          <a:solidFill xmlns:a="http://schemas.openxmlformats.org/drawingml/2006/main">
            <a:srgbClr val="B7B7B7"/>
          </a:solidFill>
          <a:ln xmlns:a="http://schemas.openxmlformats.org/drawingml/2006/main" w="9525" cmpd="sng">
            <a:solidFill>
              <a:srgbClr val="0000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6" name="Google Shape;126;p4">
            <a:extLst xmlns:a="http://schemas.openxmlformats.org/drawingml/2006/main">
              <a:ext uri="{FF2B5EF4-FFF2-40B4-BE49-F238E27FC236}">
                <a16:creationId xmlns:a16="http://schemas.microsoft.com/office/drawing/2014/main" id="{763EE6B5-0E60-44B1-BDB7-D12E3BB96EDF}"/>
              </a:ext>
            </a:extLst>
          </p:cNvPr>
          <p:cNvSpPr>
            <a:spLocks xmlns:a="http://schemas.openxmlformats.org/drawingml/2006/main" noGrp="1"/>
          </p:cNvSpPr>
          <p:nvPr/>
        </p:nvSpPr>
        <p:spPr>
          <a:xfrm xmlns:a="http://schemas.openxmlformats.org/drawingml/2006/main" rot="0" flipH="0" flipV="0">
            <a:off x="417975" y="3276600"/>
            <a:ext cx="2020800" cy="410100"/>
          </a:xfrm>
          <a:prstGeom xmlns:a="http://schemas.openxmlformats.org/drawingml/2006/main" prst="rect">
            <a:avLst/>
          </a:prstGeom>
          <a:solidFill xmlns:a="http://schemas.openxmlformats.org/drawingml/2006/main">
            <a:srgbClr val="595959"/>
          </a:solidFill>
          <a:ln xmlns:a="http://schemas.openxmlformats.org/drawingml/2006/main" w="9525" cmpd="sng">
            <a:solidFill>
              <a:srgbClr val="FF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7" name="Google Shape;127;p4">
            <a:extLst xmlns:a="http://schemas.openxmlformats.org/drawingml/2006/main">
              <a:ext uri="{FF2B5EF4-FFF2-40B4-BE49-F238E27FC236}">
                <a16:creationId xmlns:a16="http://schemas.microsoft.com/office/drawing/2014/main" id="{A0AE1997-411E-489F-B37A-FA02C366A4CA}"/>
              </a:ext>
            </a:extLst>
          </p:cNvPr>
          <p:cNvSpPr>
            <a:spLocks xmlns:a="http://schemas.openxmlformats.org/drawingml/2006/main" noGrp="1"/>
          </p:cNvSpPr>
          <p:nvPr/>
        </p:nvSpPr>
        <p:spPr>
          <a:xfrm xmlns:a="http://schemas.openxmlformats.org/drawingml/2006/main" rot="10800000" flipH="0" flipV="0">
            <a:off x="2236350" y="3277225"/>
            <a:ext cx="539400" cy="409500"/>
          </a:xfrm>
          <a:prstGeom xmlns:a="http://schemas.openxmlformats.org/drawingml/2006/main" prst="chevron">
            <a:avLst>
              <a:gd name="adj" fmla="val 50000"/>
            </a:avLst>
          </a:prstGeom>
          <a:solidFill xmlns:a="http://schemas.openxmlformats.org/drawingml/2006/main">
            <a:srgbClr val="595959"/>
          </a:solidFill>
          <a:ln xmlns:a="http://schemas.openxmlformats.org/drawingml/2006/main" w="9525" cmpd="sng">
            <a:solidFill>
              <a:srgbClr val="FF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8" name="Google Shape;128;p4">
            <a:extLst xmlns:a="http://schemas.openxmlformats.org/drawingml/2006/main">
              <a:ext uri="{FF2B5EF4-FFF2-40B4-BE49-F238E27FC236}">
                <a16:creationId xmlns:a16="http://schemas.microsoft.com/office/drawing/2014/main" id="{C5252B3D-78C2-401E-BA6E-03B8CB7B8F88}"/>
              </a:ext>
            </a:extLst>
          </p:cNvPr>
          <p:cNvSpPr>
            <a:spLocks xmlns:a="http://schemas.openxmlformats.org/drawingml/2006/main" noGrp="1"/>
          </p:cNvSpPr>
          <p:nvPr/>
        </p:nvSpPr>
        <p:spPr>
          <a:xfrm xmlns:a="http://schemas.openxmlformats.org/drawingml/2006/main" rot="0" flipH="0" flipV="0">
            <a:off x="446175" y="3296650"/>
            <a:ext cx="1946700" cy="364200"/>
          </a:xfrm>
          <a:prstGeom xmlns:a="http://schemas.openxmlformats.org/drawingml/2006/main" prst="rect">
            <a:avLst/>
          </a:prstGeom>
          <a:solidFill xmlns:a="http://schemas.openxmlformats.org/drawingml/2006/main">
            <a:srgbClr val="B7B7B7"/>
          </a:solidFill>
          <a:ln xmlns:a="http://schemas.openxmlformats.org/drawingml/2006/main" w="9525" cmpd="sng">
            <a:solidFill>
              <a:srgbClr val="FF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9" name="Google Shape;129;p4">
            <a:extLst xmlns:a="http://schemas.openxmlformats.org/drawingml/2006/main">
              <a:ext uri="{FF2B5EF4-FFF2-40B4-BE49-F238E27FC236}">
                <a16:creationId xmlns:a16="http://schemas.microsoft.com/office/drawing/2014/main" id="{83ED7D6D-C7E8-4BE2-90CE-48BC4E88850C}"/>
              </a:ext>
            </a:extLst>
          </p:cNvPr>
          <p:cNvSpPr>
            <a:spLocks xmlns:a="http://schemas.openxmlformats.org/drawingml/2006/main" noGrp="1"/>
          </p:cNvSpPr>
          <p:nvPr/>
        </p:nvSpPr>
        <p:spPr>
          <a:xfrm xmlns:a="http://schemas.openxmlformats.org/drawingml/2006/main" rot="10800000" flipH="0" flipV="0">
            <a:off x="2198100" y="3297350"/>
            <a:ext cx="519600" cy="363600"/>
          </a:xfrm>
          <a:prstGeom xmlns:a="http://schemas.openxmlformats.org/drawingml/2006/main" prst="chevron">
            <a:avLst>
              <a:gd name="adj" fmla="val 50000"/>
            </a:avLst>
          </a:prstGeom>
          <a:solidFill xmlns:a="http://schemas.openxmlformats.org/drawingml/2006/main">
            <a:srgbClr val="B7B7B7"/>
          </a:solidFill>
          <a:ln xmlns:a="http://schemas.openxmlformats.org/drawingml/2006/main" w="9525" cmpd="sng">
            <a:solidFill>
              <a:srgbClr val="FF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1" name="Google Shape;131;p4">
            <a:extLst xmlns:a="http://schemas.openxmlformats.org/drawingml/2006/main">
              <a:ext uri="{FF2B5EF4-FFF2-40B4-BE49-F238E27FC236}">
                <a16:creationId xmlns:a16="http://schemas.microsoft.com/office/drawing/2014/main" id="{1FD7E110-7A0B-442F-84AC-AF7A1785810A}"/>
              </a:ext>
            </a:extLst>
          </p:cNvPr>
          <p:cNvSpPr>
            <a:spLocks xmlns:a="http://schemas.openxmlformats.org/drawingml/2006/main" noGrp="1"/>
          </p:cNvSpPr>
          <p:nvPr/>
        </p:nvSpPr>
        <p:spPr>
          <a:xfrm xmlns:a="http://schemas.openxmlformats.org/drawingml/2006/main" rot="0" flipH="0" flipV="0">
            <a:off x="3872044" y="3276600"/>
            <a:ext cx="2355242" cy="410100"/>
          </a:xfrm>
          <a:prstGeom xmlns:a="http://schemas.openxmlformats.org/drawingml/2006/main" prst="rect">
            <a:avLst/>
          </a:prstGeom>
          <a:solidFill xmlns:a="http://schemas.openxmlformats.org/drawingml/2006/main">
            <a:srgbClr val="595959"/>
          </a:solidFill>
          <a:ln xmlns:a="http://schemas.openxmlformats.org/drawingml/2006/main" w="9525" cmpd="sng">
            <a:solidFill>
              <a:srgbClr val="FFFF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4">
            <a:extLst xmlns:a="http://schemas.openxmlformats.org/drawingml/2006/main">
              <a:ext uri="{FF2B5EF4-FFF2-40B4-BE49-F238E27FC236}">
                <a16:creationId xmlns:a16="http://schemas.microsoft.com/office/drawing/2014/main" id="{68B0E10D-2BE0-4A19-B093-6A4F41D7810E}"/>
              </a:ext>
            </a:extLst>
          </p:cNvPr>
          <p:cNvSpPr>
            <a:spLocks xmlns:a="http://schemas.openxmlformats.org/drawingml/2006/main" noGrp="1"/>
          </p:cNvSpPr>
          <p:nvPr/>
        </p:nvSpPr>
        <p:spPr>
          <a:xfrm xmlns:a="http://schemas.openxmlformats.org/drawingml/2006/main" rot="10800000" flipH="0" flipV="0">
            <a:off x="5991360" y="3277225"/>
            <a:ext cx="628670" cy="409500"/>
          </a:xfrm>
          <a:prstGeom xmlns:a="http://schemas.openxmlformats.org/drawingml/2006/main" prst="chevron">
            <a:avLst>
              <a:gd name="adj" fmla="val 50000"/>
            </a:avLst>
          </a:prstGeom>
          <a:solidFill xmlns:a="http://schemas.openxmlformats.org/drawingml/2006/main">
            <a:srgbClr val="595959"/>
          </a:solidFill>
          <a:ln xmlns:a="http://schemas.openxmlformats.org/drawingml/2006/main" w="9525" cmpd="sng">
            <a:solidFill>
              <a:srgbClr val="FFFF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3" name="Google Shape;133;p4">
            <a:extLst xmlns:a="http://schemas.openxmlformats.org/drawingml/2006/main">
              <a:ext uri="{FF2B5EF4-FFF2-40B4-BE49-F238E27FC236}">
                <a16:creationId xmlns:a16="http://schemas.microsoft.com/office/drawing/2014/main" id="{20CAE1F9-5F28-4D5B-8FBB-7D3B565A259C}"/>
              </a:ext>
            </a:extLst>
          </p:cNvPr>
          <p:cNvSpPr>
            <a:spLocks xmlns:a="http://schemas.openxmlformats.org/drawingml/2006/main" noGrp="1"/>
          </p:cNvSpPr>
          <p:nvPr/>
        </p:nvSpPr>
        <p:spPr>
          <a:xfrm xmlns:a="http://schemas.openxmlformats.org/drawingml/2006/main" rot="0" flipH="0" flipV="0">
            <a:off x="3904911" y="3296650"/>
            <a:ext cx="2268879" cy="364200"/>
          </a:xfrm>
          <a:prstGeom xmlns:a="http://schemas.openxmlformats.org/drawingml/2006/main" prst="rect">
            <a:avLst/>
          </a:prstGeom>
          <a:solidFill xmlns:a="http://schemas.openxmlformats.org/drawingml/2006/main">
            <a:srgbClr val="B7B7B7"/>
          </a:solidFill>
          <a:ln xmlns:a="http://schemas.openxmlformats.org/drawingml/2006/main" w="9525" cmpd="sng">
            <a:solidFill>
              <a:srgbClr val="FFFF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4" name="Google Shape;134;p4">
            <a:extLst xmlns:a="http://schemas.openxmlformats.org/drawingml/2006/main">
              <a:ext uri="{FF2B5EF4-FFF2-40B4-BE49-F238E27FC236}">
                <a16:creationId xmlns:a16="http://schemas.microsoft.com/office/drawing/2014/main" id="{E118624E-18C9-432C-9A24-A8FC040EAC2D}"/>
              </a:ext>
            </a:extLst>
          </p:cNvPr>
          <p:cNvSpPr>
            <a:spLocks xmlns:a="http://schemas.openxmlformats.org/drawingml/2006/main" noGrp="1"/>
          </p:cNvSpPr>
          <p:nvPr/>
        </p:nvSpPr>
        <p:spPr>
          <a:xfrm xmlns:a="http://schemas.openxmlformats.org/drawingml/2006/main" rot="10800000" flipH="0" flipV="0">
            <a:off x="6000627" y="3297350"/>
            <a:ext cx="551747" cy="363600"/>
          </a:xfrm>
          <a:prstGeom xmlns:a="http://schemas.openxmlformats.org/drawingml/2006/main" prst="chevron">
            <a:avLst>
              <a:gd name="adj" fmla="val 50000"/>
            </a:avLst>
          </a:prstGeom>
          <a:solidFill xmlns:a="http://schemas.openxmlformats.org/drawingml/2006/main">
            <a:srgbClr val="B7B7B7"/>
          </a:solidFill>
          <a:ln xmlns:a="http://schemas.openxmlformats.org/drawingml/2006/main" w="9525" cmpd="sng">
            <a:solidFill>
              <a:srgbClr val="FFFF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6" name="Google Shape;136;p4">
            <a:extLst xmlns:a="http://schemas.openxmlformats.org/drawingml/2006/main">
              <a:ext uri="{FF2B5EF4-FFF2-40B4-BE49-F238E27FC236}">
                <a16:creationId xmlns:a16="http://schemas.microsoft.com/office/drawing/2014/main" id="{A053DBF3-D7CC-4AE0-A496-B087F71E4678}"/>
              </a:ext>
            </a:extLst>
          </p:cNvPr>
          <p:cNvSpPr>
            <a:spLocks xmlns:a="http://schemas.openxmlformats.org/drawingml/2006/main" noGrp="1"/>
          </p:cNvSpPr>
          <p:nvPr/>
        </p:nvSpPr>
        <p:spPr>
          <a:xfrm xmlns:a="http://schemas.openxmlformats.org/drawingml/2006/main" rot="0" flipH="0" flipV="0">
            <a:off x="417963" y="6597750"/>
            <a:ext cx="2020800" cy="410100"/>
          </a:xfrm>
          <a:prstGeom xmlns:a="http://schemas.openxmlformats.org/drawingml/2006/main" prst="rect">
            <a:avLst/>
          </a:prstGeom>
          <a:solidFill xmlns:a="http://schemas.openxmlformats.org/drawingml/2006/main">
            <a:srgbClr val="595959"/>
          </a:solidFill>
          <a:ln xmlns:a="http://schemas.openxmlformats.org/drawingml/2006/main" w="9525" cmpd="sng">
            <a:solidFill>
              <a:srgbClr val="38761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7" name="Google Shape;137;p4">
            <a:extLst xmlns:a="http://schemas.openxmlformats.org/drawingml/2006/main">
              <a:ext uri="{FF2B5EF4-FFF2-40B4-BE49-F238E27FC236}">
                <a16:creationId xmlns:a16="http://schemas.microsoft.com/office/drawing/2014/main" id="{544D2449-53DE-4461-AAD7-81DDE2DEB336}"/>
              </a:ext>
            </a:extLst>
          </p:cNvPr>
          <p:cNvSpPr>
            <a:spLocks xmlns:a="http://schemas.openxmlformats.org/drawingml/2006/main" noGrp="1"/>
          </p:cNvSpPr>
          <p:nvPr/>
        </p:nvSpPr>
        <p:spPr>
          <a:xfrm xmlns:a="http://schemas.openxmlformats.org/drawingml/2006/main" rot="10800000" flipH="0" flipV="0">
            <a:off x="2236338" y="6598375"/>
            <a:ext cx="539400" cy="409500"/>
          </a:xfrm>
          <a:prstGeom xmlns:a="http://schemas.openxmlformats.org/drawingml/2006/main" prst="chevron">
            <a:avLst>
              <a:gd name="adj" fmla="val 50000"/>
            </a:avLst>
          </a:prstGeom>
          <a:solidFill xmlns:a="http://schemas.openxmlformats.org/drawingml/2006/main">
            <a:srgbClr val="595959"/>
          </a:solidFill>
          <a:ln xmlns:a="http://schemas.openxmlformats.org/drawingml/2006/main" w="9525" cmpd="sng">
            <a:solidFill>
              <a:srgbClr val="38761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8" name="Google Shape;138;p4">
            <a:extLst xmlns:a="http://schemas.openxmlformats.org/drawingml/2006/main">
              <a:ext uri="{FF2B5EF4-FFF2-40B4-BE49-F238E27FC236}">
                <a16:creationId xmlns:a16="http://schemas.microsoft.com/office/drawing/2014/main" id="{7D928E84-D80A-4EA4-86E8-9C46E77F8F44}"/>
              </a:ext>
            </a:extLst>
          </p:cNvPr>
          <p:cNvSpPr>
            <a:spLocks xmlns:a="http://schemas.openxmlformats.org/drawingml/2006/main" noGrp="1"/>
          </p:cNvSpPr>
          <p:nvPr/>
        </p:nvSpPr>
        <p:spPr>
          <a:xfrm xmlns:a="http://schemas.openxmlformats.org/drawingml/2006/main" rot="0" flipH="0" flipV="0">
            <a:off x="446163" y="6617800"/>
            <a:ext cx="1946700" cy="364200"/>
          </a:xfrm>
          <a:prstGeom xmlns:a="http://schemas.openxmlformats.org/drawingml/2006/main" prst="rect">
            <a:avLst/>
          </a:prstGeom>
          <a:solidFill xmlns:a="http://schemas.openxmlformats.org/drawingml/2006/main">
            <a:srgbClr val="B7B7B7"/>
          </a:solidFill>
          <a:ln xmlns:a="http://schemas.openxmlformats.org/drawingml/2006/main" w="9525" cmpd="sng">
            <a:solidFill>
              <a:srgbClr val="38761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9" name="Google Shape;139;p4">
            <a:extLst xmlns:a="http://schemas.openxmlformats.org/drawingml/2006/main">
              <a:ext uri="{FF2B5EF4-FFF2-40B4-BE49-F238E27FC236}">
                <a16:creationId xmlns:a16="http://schemas.microsoft.com/office/drawing/2014/main" id="{4C42DE49-1BEA-4C29-9DC9-B5FE17AAB2E8}"/>
              </a:ext>
            </a:extLst>
          </p:cNvPr>
          <p:cNvSpPr>
            <a:spLocks xmlns:a="http://schemas.openxmlformats.org/drawingml/2006/main" noGrp="1"/>
          </p:cNvSpPr>
          <p:nvPr/>
        </p:nvSpPr>
        <p:spPr>
          <a:xfrm xmlns:a="http://schemas.openxmlformats.org/drawingml/2006/main" rot="10800000" flipH="0" flipV="0">
            <a:off x="2198088" y="6618500"/>
            <a:ext cx="519600" cy="363600"/>
          </a:xfrm>
          <a:prstGeom xmlns:a="http://schemas.openxmlformats.org/drawingml/2006/main" prst="chevron">
            <a:avLst>
              <a:gd name="adj" fmla="val 50000"/>
            </a:avLst>
          </a:prstGeom>
          <a:solidFill xmlns:a="http://schemas.openxmlformats.org/drawingml/2006/main">
            <a:srgbClr val="B7B7B7"/>
          </a:solidFill>
          <a:ln xmlns:a="http://schemas.openxmlformats.org/drawingml/2006/main" w="9525" cmpd="sng">
            <a:solidFill>
              <a:srgbClr val="38761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0" name="Google Shape;140;p4">
            <a:extLst xmlns:a="http://schemas.openxmlformats.org/drawingml/2006/main">
              <a:ext uri="{FF2B5EF4-FFF2-40B4-BE49-F238E27FC236}">
                <a16:creationId xmlns:a16="http://schemas.microsoft.com/office/drawing/2014/main" id="{6C4BA2E4-568D-4473-8E0F-062201E9C13D}"/>
              </a:ext>
            </a:extLst>
          </p:cNvPr>
          <p:cNvSpPr>
            <a:spLocks xmlns:a="http://schemas.openxmlformats.org/drawingml/2006/main" noGrp="1"/>
          </p:cNvSpPr>
          <p:nvPr/>
        </p:nvSpPr>
        <p:spPr>
          <a:xfrm xmlns:a="http://schemas.openxmlformats.org/drawingml/2006/main">
            <a:off x="402100" y="1527525"/>
            <a:ext cx="19473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b="1">
                <a:latin typeface="Google Sans"/>
                <a:ea typeface="Google Sans"/>
                <a:cs typeface="Google Sans"/>
              </a:rPr>
              <a:t>OVERVIEW</a:t>
            </a:r>
            <a:endParaRPr b="1">
              <a:latin typeface="Google Sans"/>
              <a:ea typeface="Google Sans"/>
              <a:cs typeface="Google Sans"/>
            </a:endParaRPr>
          </a:p>
        </p:txBody>
      </p:sp>
      <p:sp>
        <p:nvSpPr>
          <p:cNvPr id="141" name="Google Shape;141;p4">
            <a:extLst xmlns:a="http://schemas.openxmlformats.org/drawingml/2006/main">
              <a:ext uri="{FF2B5EF4-FFF2-40B4-BE49-F238E27FC236}">
                <a16:creationId xmlns:a16="http://schemas.microsoft.com/office/drawing/2014/main" id="{40FA04A0-E537-4163-9F49-F79E11833A06}"/>
              </a:ext>
            </a:extLst>
          </p:cNvPr>
          <p:cNvSpPr>
            <a:spLocks xmlns:a="http://schemas.openxmlformats.org/drawingml/2006/main" noGrp="1"/>
          </p:cNvSpPr>
          <p:nvPr/>
        </p:nvSpPr>
        <p:spPr>
          <a:xfrm xmlns:a="http://schemas.openxmlformats.org/drawingml/2006/main">
            <a:off x="476200" y="3276599"/>
            <a:ext cx="17991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b="1">
                <a:latin typeface="Google Sans"/>
                <a:ea typeface="Google Sans"/>
                <a:cs typeface="Google Sans"/>
              </a:rPr>
              <a:t>PROJECT STATUS </a:t>
            </a:r>
            <a:endParaRPr b="1">
              <a:latin typeface="Google Sans"/>
              <a:ea typeface="Google Sans"/>
              <a:cs typeface="Google Sans"/>
            </a:endParaRPr>
          </a:p>
        </p:txBody>
      </p:sp>
      <p:sp>
        <p:nvSpPr>
          <p:cNvPr id="142" name="Google Shape;142;p4">
            <a:extLst xmlns:a="http://schemas.openxmlformats.org/drawingml/2006/main">
              <a:ext uri="{FF2B5EF4-FFF2-40B4-BE49-F238E27FC236}">
                <a16:creationId xmlns:a16="http://schemas.microsoft.com/office/drawing/2014/main" id="{92700893-D28F-46BD-92A0-7D969125C5A6}"/>
              </a:ext>
            </a:extLst>
          </p:cNvPr>
          <p:cNvSpPr>
            <a:spLocks xmlns:a="http://schemas.openxmlformats.org/drawingml/2006/main" noGrp="1"/>
          </p:cNvSpPr>
          <p:nvPr/>
        </p:nvSpPr>
        <p:spPr>
          <a:xfrm xmlns:a="http://schemas.openxmlformats.org/drawingml/2006/main">
            <a:off x="623225" y="6602713"/>
            <a:ext cx="19473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b="1">
                <a:latin typeface="Google Sans"/>
                <a:ea typeface="Google Sans"/>
                <a:cs typeface="Google Sans"/>
              </a:rPr>
              <a:t>NEXT STEPS </a:t>
            </a:r>
            <a:endParaRPr b="1">
              <a:latin typeface="Google Sans"/>
              <a:ea typeface="Google Sans"/>
              <a:cs typeface="Google Sans"/>
            </a:endParaRPr>
          </a:p>
        </p:txBody>
      </p:sp>
      <p:sp>
        <p:nvSpPr>
          <p:cNvPr id="143" name="Google Shape;143;p4">
            <a:extLst xmlns:a="http://schemas.openxmlformats.org/drawingml/2006/main">
              <a:ext uri="{FF2B5EF4-FFF2-40B4-BE49-F238E27FC236}">
                <a16:creationId xmlns:a16="http://schemas.microsoft.com/office/drawing/2014/main" id="{B66494D9-65DE-4653-B3BC-58D40132FCE5}"/>
              </a:ext>
            </a:extLst>
          </p:cNvPr>
          <p:cNvSpPr>
            <a:spLocks xmlns:a="http://schemas.openxmlformats.org/drawingml/2006/main" noGrp="1"/>
          </p:cNvSpPr>
          <p:nvPr/>
        </p:nvSpPr>
        <p:spPr>
          <a:xfrm xmlns:a="http://schemas.openxmlformats.org/drawingml/2006/main">
            <a:off x="3848750" y="3276600"/>
            <a:ext cx="1673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b="1">
                <a:latin typeface="Google Sans"/>
                <a:ea typeface="Google Sans"/>
                <a:cs typeface="Google Sans"/>
              </a:rPr>
              <a:t>KEY INSIGHTS </a:t>
            </a:r>
            <a:endParaRPr b="1">
              <a:latin typeface="Google Sans"/>
              <a:ea typeface="Google Sans"/>
              <a:cs typeface="Google Sans"/>
            </a:endParaRPr>
          </a:p>
        </p:txBody>
      </p:sp>
      <p:sp>
        <p:nvSpPr>
          <p:cNvPr id="144" name="Google Shape;144;p4">
            <a:extLst xmlns:a="http://schemas.openxmlformats.org/drawingml/2006/main">
              <a:ext uri="{FF2B5EF4-FFF2-40B4-BE49-F238E27FC236}">
                <a16:creationId xmlns:a16="http://schemas.microsoft.com/office/drawing/2014/main" id="{519C6253-3B04-42AB-B8BD-83A9DF57F0DC}"/>
              </a:ext>
            </a:extLst>
          </p:cNvPr>
          <p:cNvSpPr>
            <a:spLocks xmlns:a="http://schemas.openxmlformats.org/drawingml/2006/main" noGrp="1"/>
          </p:cNvSpPr>
          <p:nvPr/>
        </p:nvSpPr>
        <p:spPr>
          <a:xfrm xmlns:a="http://schemas.openxmlformats.org/drawingml/2006/main">
            <a:off x="413425" y="1939675"/>
            <a:ext cx="6896100" cy="1027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lnSpc>
                <a:spcPct val="115000"/>
              </a:lnSpc>
              <a:spcBef>
                <a:spcPts val="0"/>
              </a:spcBef>
              <a:spcAft>
                <a:spcPts val="1200"/>
              </a:spcAft>
              <a:buNone/>
            </a:pPr>
            <a:r>
              <a:t/>
            </a:r>
            <a:endParaRPr sz="1200">
              <a:solidFill>
                <a:srgbClr val="595959"/>
              </a:solidFill>
              <a:latin typeface="Google Sans"/>
              <a:ea typeface="Google Sans"/>
              <a:cs typeface="Google Sans"/>
            </a:endParaRPr>
          </a:p>
        </p:txBody>
      </p:sp>
      <p:sp>
        <p:nvSpPr>
          <p:cNvPr id="145" name="Google Shape;145;p4">
            <a:extLst xmlns:a="http://schemas.openxmlformats.org/drawingml/2006/main">
              <a:ext uri="{FF2B5EF4-FFF2-40B4-BE49-F238E27FC236}">
                <a16:creationId xmlns:a16="http://schemas.microsoft.com/office/drawing/2014/main" id="{449E0EF2-C91B-4F53-8106-16B8215CDAD9}"/>
              </a:ext>
            </a:extLst>
          </p:cNvPr>
          <p:cNvSpPr>
            <a:spLocks xmlns:a="http://schemas.openxmlformats.org/drawingml/2006/main" noGrp="1"/>
          </p:cNvSpPr>
          <p:nvPr/>
        </p:nvSpPr>
        <p:spPr>
          <a:xfrm xmlns:a="http://schemas.openxmlformats.org/drawingml/2006/main">
            <a:off x="438138" y="3915350"/>
            <a:ext cx="3108300" cy="237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7150" tIns="91425" rIns="91425" bIns="91425" anchor="t">
            <a:normAutofit/>
          </a:bodyPr>
          <a:lstStyle xmlns:a="http://schemas.openxmlformats.org/drawingml/2006/main"/>
          <a:p xmlns:a="http://schemas.openxmlformats.org/drawingml/2006/main">
            <a:pPr marL="0" lvl="0" indent="0" algn="l">
              <a:lnSpc>
                <a:spcPct val="115000"/>
              </a:lnSpc>
              <a:spcBef>
                <a:spcPts val="0"/>
              </a:spcBef>
              <a:spcAft>
                <a:spcPts val="1200"/>
              </a:spcAft>
              <a:buNone/>
            </a:pPr>
            <a:r>
              <a:t/>
            </a:r>
            <a:endParaRPr sz="1200">
              <a:solidFill>
                <a:srgbClr val="595959"/>
              </a:solidFill>
              <a:latin typeface="Google Sans"/>
              <a:ea typeface="Google Sans"/>
              <a:cs typeface="Google Sans"/>
            </a:endParaRPr>
          </a:p>
        </p:txBody>
      </p:sp>
      <p:sp>
        <p:nvSpPr>
          <p:cNvPr id="146" name="Google Shape;146;p4">
            <a:extLst xmlns:a="http://schemas.openxmlformats.org/drawingml/2006/main">
              <a:ext uri="{FF2B5EF4-FFF2-40B4-BE49-F238E27FC236}">
                <a16:creationId xmlns:a16="http://schemas.microsoft.com/office/drawing/2014/main" id="{AB5F7D1E-C3EE-440B-917D-CC7952B07902}"/>
              </a:ext>
            </a:extLst>
          </p:cNvPr>
          <p:cNvSpPr>
            <a:spLocks xmlns:a="http://schemas.openxmlformats.org/drawingml/2006/main" noGrp="1"/>
          </p:cNvSpPr>
          <p:nvPr/>
        </p:nvSpPr>
        <p:spPr>
          <a:xfrm xmlns:a="http://schemas.openxmlformats.org/drawingml/2006/main">
            <a:off x="438150" y="7050750"/>
            <a:ext cx="3108300" cy="225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7150" tIns="91425" rIns="91425" bIns="91425" anchor="t">
            <a:normAutofit/>
          </a:bodyPr>
          <a:lstStyle xmlns:a="http://schemas.openxmlformats.org/drawingml/2006/main"/>
          <a:p xmlns:a="http://schemas.openxmlformats.org/drawingml/2006/main">
            <a:pPr marL="0" lvl="0" indent="0" algn="l">
              <a:lnSpc>
                <a:spcPct val="115000"/>
              </a:lnSpc>
              <a:spcBef>
                <a:spcPts val="0"/>
              </a:spcBef>
              <a:spcAft>
                <a:spcPts val="1200"/>
              </a:spcAft>
              <a:buNone/>
            </a:pPr>
            <a:r>
              <a:t/>
            </a:r>
            <a:endParaRPr sz="1200">
              <a:solidFill>
                <a:srgbClr val="595959"/>
              </a:solidFill>
              <a:latin typeface="Google Sans"/>
              <a:ea typeface="Google Sans"/>
              <a:cs typeface="Google Sans"/>
            </a:endParaRPr>
          </a:p>
        </p:txBody>
      </p:sp>
      <p:sp>
        <p:nvSpPr>
          <p:cNvPr id="147" name="Google Shape;147;p4">
            <a:extLst xmlns:a="http://schemas.openxmlformats.org/drawingml/2006/main">
              <a:ext uri="{FF2B5EF4-FFF2-40B4-BE49-F238E27FC236}">
                <a16:creationId xmlns:a16="http://schemas.microsoft.com/office/drawing/2014/main" id="{5EC8A43A-9880-4A4D-90AD-1149693CE68F}"/>
              </a:ext>
            </a:extLst>
          </p:cNvPr>
          <p:cNvSpPr>
            <a:spLocks xmlns:a="http://schemas.openxmlformats.org/drawingml/2006/main" noGrp="1"/>
          </p:cNvSpPr>
          <p:nvPr/>
        </p:nvSpPr>
        <p:spPr>
          <a:xfrm xmlns:a="http://schemas.openxmlformats.org/drawingml/2006/main">
            <a:off x="3905525" y="4039263"/>
            <a:ext cx="3219000" cy="260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7150" tIns="91425" rIns="91425" bIns="91425" anchor="t">
            <a:normAutofit/>
          </a:bodyPr>
          <a:lstStyle xmlns:a="http://schemas.openxmlformats.org/drawingml/2006/main"/>
          <a:p xmlns:a="http://schemas.openxmlformats.org/drawingml/2006/main">
            <a:pPr marL="0" lvl="0" indent="0" algn="l">
              <a:lnSpc>
                <a:spcPct val="115000"/>
              </a:lnSpc>
              <a:spcBef>
                <a:spcPts val="0"/>
              </a:spcBef>
              <a:spcAft>
                <a:spcPts val="1200"/>
              </a:spcAft>
              <a:buNone/>
            </a:pPr>
            <a:r>
              <a:t/>
            </a:r>
            <a:endParaRPr sz="1200">
              <a:solidFill>
                <a:srgbClr val="595959"/>
              </a:solidFill>
              <a:latin typeface="Google Sans"/>
              <a:ea typeface="Google Sans"/>
              <a:cs typeface="Google Sans"/>
            </a:endParaRPr>
          </a:p>
        </p:txBody>
      </p:sp>
      <p:sp>
        <p:nvSpPr>
          <p:cNvPr id="148" name="Google Shape;148;p4">
            <a:extLst xmlns:a="http://schemas.openxmlformats.org/drawingml/2006/main">
              <a:ext uri="{FF2B5EF4-FFF2-40B4-BE49-F238E27FC236}">
                <a16:creationId xmlns:a16="http://schemas.microsoft.com/office/drawing/2014/main" id="{767C0840-0404-465E-B59D-F496979674DF}"/>
              </a:ext>
            </a:extLst>
          </p:cNvPr>
          <p:cNvSpPr>
            <a:spLocks xmlns:a="http://schemas.openxmlformats.org/drawingml/2006/main" noGrp="1"/>
          </p:cNvSpPr>
          <p:nvPr/>
        </p:nvSpPr>
        <p:spPr>
          <a:xfrm xmlns:a="http://schemas.openxmlformats.org/drawingml/2006/main">
            <a:off x="4183575" y="9228125"/>
            <a:ext cx="3086700" cy="28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62500" lnSpcReduction="20000"/>
          </a:bodyPr>
          <a:lstStyle xmlns:a="http://schemas.openxmlformats.org/drawingml/2006/main"/>
          <a:p xmlns:a="http://schemas.openxmlformats.org/drawingml/2006/main">
            <a:pPr marL="0" lvl="0" indent="0" algn="l">
              <a:lnSpc>
                <a:spcPct val="115000"/>
              </a:lnSpc>
              <a:spcBef>
                <a:spcPts val="0"/>
              </a:spcBef>
              <a:spcAft>
                <a:spcPts val="1200"/>
              </a:spcAft>
              <a:buNone/>
            </a:pPr>
            <a:r>
              <a:t/>
            </a:r>
            <a:endParaRPr sz="1100" i="1">
              <a:solidFill>
                <a:srgbClr val="595959"/>
              </a:solidFill>
              <a:latin typeface="Google Sans"/>
              <a:ea typeface="Google Sans"/>
              <a:cs typeface="Google Sans"/>
            </a:endParaRPr>
          </a:p>
        </p:txBody>
      </p:sp>
      <p:sp>
        <p:nvSpPr>
          <p:cNvPr id="149" name="Google Shape;149;p4">
            <a:extLst xmlns:a="http://schemas.openxmlformats.org/drawingml/2006/main">
              <a:ext uri="{FF2B5EF4-FFF2-40B4-BE49-F238E27FC236}">
                <a16:creationId xmlns:a16="http://schemas.microsoft.com/office/drawing/2014/main" id="{19597749-4ACD-4E04-B301-2EF8611A7B27}"/>
              </a:ext>
            </a:extLst>
          </p:cNvPr>
          <p:cNvSpPr>
            <a:spLocks xmlns:a="http://schemas.openxmlformats.org/drawingml/2006/main" noGrp="1"/>
          </p:cNvSpPr>
          <p:nvPr/>
        </p:nvSpPr>
        <p:spPr>
          <a:xfrm xmlns:a="http://schemas.openxmlformats.org/drawingml/2006/main">
            <a:off x="159875" y="441000"/>
            <a:ext cx="7458900" cy="5079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2100" b="1">
                <a:latin typeface="Google Sans"/>
                <a:ea typeface="Google Sans"/>
                <a:cs typeface="Google Sans"/>
              </a:rPr>
              <a:t>Click here to edit title</a:t>
            </a:r>
            <a:endParaRPr sz="2100" b="1">
              <a:latin typeface="Google Sans"/>
              <a:ea typeface="Google Sans"/>
              <a:cs typeface="Google Sans"/>
            </a:endParaRPr>
          </a:p>
        </p:txBody>
      </p:sp>
      <p:sp>
        <p:nvSpPr>
          <p:cNvPr id="150" name="Google Shape;150;p4">
            <a:extLst xmlns:a="http://schemas.openxmlformats.org/drawingml/2006/main">
              <a:ext uri="{FF2B5EF4-FFF2-40B4-BE49-F238E27FC236}">
                <a16:creationId xmlns:a16="http://schemas.microsoft.com/office/drawing/2014/main" id="{4A6A6991-EB95-44C3-9094-5940945B4298}"/>
              </a:ext>
            </a:extLst>
          </p:cNvPr>
          <p:cNvSpPr>
            <a:spLocks xmlns:a="http://schemas.openxmlformats.org/drawingml/2006/main" noGrp="1"/>
          </p:cNvSpPr>
          <p:nvPr/>
        </p:nvSpPr>
        <p:spPr>
          <a:xfrm xmlns:a="http://schemas.openxmlformats.org/drawingml/2006/main">
            <a:off x="1763100" y="948050"/>
            <a:ext cx="42462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lnSpc>
                <a:spcPct val="115000"/>
              </a:lnSpc>
              <a:spcBef>
                <a:spcPts val="0"/>
              </a:spcBef>
              <a:spcAft>
                <a:spcPts val="1200"/>
              </a:spcAft>
              <a:buNone/>
            </a:pPr>
            <a:r>
              <a:rPr sz="1200">
                <a:latin typeface="PT Sans Narrow"/>
                <a:ea typeface="PT Sans Narrow"/>
                <a:cs typeface="PT Sans Narrow"/>
              </a:rPr>
              <a:t>Click here to edit subtitle</a:t>
            </a:r>
            <a:endParaRPr sz="1200">
              <a:solidFill>
                <a:srgbClr val="000000"/>
              </a:solidFill>
              <a:latin typeface="PT Sans Narrow"/>
              <a:ea typeface="PT Sans Narrow"/>
              <a:cs typeface="PT Sans Narrow"/>
            </a:endParaRPr>
          </a:p>
        </p:txBody>
      </p:sp>
      <p:sp>
        <p:nvSpPr>
          <p:cNvPr id="151" name="Google Shape;151;p4">
            <a:extLst xmlns:a="http://schemas.openxmlformats.org/drawingml/2006/main">
              <a:ext uri="{FF2B5EF4-FFF2-40B4-BE49-F238E27FC236}">
                <a16:creationId xmlns:a16="http://schemas.microsoft.com/office/drawing/2014/main" id="{9EA84770-86C5-48C6-94FA-5725438E6A1C}"/>
              </a:ext>
            </a:extLst>
          </p:cNvPr>
          <p:cNvSpPr>
            <a:spLocks xmlns:a="http://schemas.openxmlformats.org/drawingml/2006/main" noGrp="1"/>
          </p:cNvSpPr>
          <p:nvPr>
            <p:ph type="pic" idx="2"/>
          </p:nvPr>
        </p:nvSpPr>
        <p:spPr>
          <a:xfrm xmlns:a="http://schemas.openxmlformats.org/drawingml/2006/main">
            <a:off x="4076163" y="6199700"/>
            <a:ext cx="3035400" cy="2495700"/>
          </a:xfrm>
          <a:prstGeom xmlns:a="http://schemas.openxmlformats.org/drawingml/2006/main" prst="rect">
            <a:avLst/>
          </a:prstGeom>
          <a:noFill xmlns:a="http://schemas.openxmlformats.org/drawingml/2006/main"/>
          <a:ln xmlns:a="http://schemas.openxmlformats.org/drawingml/2006/main" w="19050" cmpd="sng">
            <a:solidFill>
              <a:srgbClr val="000000"/>
            </a:solidFill>
            <a:prstDash val="solid"/>
            <a:headEnd type="none" w="sm" len="sm"/>
            <a:tailEnd type="none" w="sm" len="sm"/>
          </a:ln>
        </p:spPr>
      </p:sp>
      <p:sp>
        <p:nvSpPr>
          <p:cNvPr id="152" name="Google Shape;152;p4">
            <a:extLst xmlns:a="http://schemas.openxmlformats.org/drawingml/2006/main">
              <a:ext uri="{FF2B5EF4-FFF2-40B4-BE49-F238E27FC236}">
                <a16:creationId xmlns:a16="http://schemas.microsoft.com/office/drawing/2014/main" id="{2540012C-9E42-4941-9409-BB9D020B6245}"/>
              </a:ext>
            </a:extLst>
          </p:cNvPr>
          <p:cNvSpPr>
            <a:spLocks xmlns:a="http://schemas.openxmlformats.org/drawingml/2006/main" noGrp="1"/>
          </p:cNvSpPr>
          <p:nvPr/>
        </p:nvSpPr>
        <p:spPr>
          <a:xfrm xmlns:a="http://schemas.openxmlformats.org/drawingml/2006/main">
            <a:off x="4007763" y="8695400"/>
            <a:ext cx="3172200" cy="28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70000" lnSpcReduction="20000"/>
          </a:bodyPr>
          <a:lstStyle xmlns:a="http://schemas.openxmlformats.org/drawingml/2006/main"/>
          <a:p xmlns:a="http://schemas.openxmlformats.org/drawingml/2006/main">
            <a:pPr marL="0" lvl="0" indent="0" algn="l">
              <a:lnSpc>
                <a:spcPct val="105000"/>
              </a:lnSpc>
              <a:spcBef>
                <a:spcPts val="0"/>
              </a:spcBef>
              <a:spcAft>
                <a:spcPts val="0"/>
              </a:spcAft>
              <a:buNone/>
            </a:pPr>
            <a:r>
              <a:rPr sz="1100" i="1">
                <a:latin typeface="Lato"/>
                <a:ea typeface="Lato"/>
                <a:cs typeface="Lato"/>
              </a:rPr>
              <a:t>Image Alt-Text Here</a:t>
            </a:r>
            <a:endParaRPr sz="1100" i="1">
              <a:solidFill>
                <a:srgbClr val="000000"/>
              </a:solidFill>
              <a:latin typeface="Lato"/>
              <a:ea typeface="Lato"/>
              <a:cs typeface="Lato"/>
            </a:endParaRPr>
          </a:p>
        </p:txBody>
      </p:sp>
    </p:spTree>
  </p:cSld>
</p:sldLayout>
</file>

<file path=ppt/slideLayouts/slideLayout4.xml><?xml version="1.0" encoding="utf-8"?>
<p:sldLayout xmlns:p="http://schemas.openxmlformats.org/presentationml/2006/main" matchingName="Layout 4">
  <p:cSld name="CUSTOM">
    <p:spTree>
      <p:nvGrpSpPr>
        <p:cNvPr id="1" name=""/>
        <p:cNvGrpSpPr/>
        <p:nvPr/>
      </p:nvGrpSpPr>
      <p:grpSpPr>
        <a:xfrm xmlns:a="http://schemas.openxmlformats.org/drawingml/2006/main"/>
      </p:grpSpPr>
      <p:sp>
        <p:nvSpPr>
          <p:cNvPr id="154" name="Google Shape;154;p5">
            <a:extLst xmlns:a="http://schemas.openxmlformats.org/drawingml/2006/main">
              <a:ext uri="{FF2B5EF4-FFF2-40B4-BE49-F238E27FC236}">
                <a16:creationId xmlns:a16="http://schemas.microsoft.com/office/drawing/2014/main" id="{358763E5-1B4B-4B76-A1F6-9EF68E7A68F8}"/>
              </a:ext>
            </a:extLst>
          </p:cNvPr>
          <p:cNvSpPr>
            <a:spLocks xmlns:a="http://schemas.openxmlformats.org/drawingml/2006/main" noGrp="1"/>
          </p:cNvSpPr>
          <p:nvPr/>
        </p:nvSpPr>
        <p:spPr>
          <a:xfrm xmlns:a="http://schemas.openxmlformats.org/drawingml/2006/main" flipH="1">
            <a:off x="2748900" y="9168075"/>
            <a:ext cx="5023500" cy="890400"/>
          </a:xfrm>
          <a:prstGeom xmlns:a="http://schemas.openxmlformats.org/drawingml/2006/main" prst="rtTriangle">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latin typeface="Google Sans"/>
              <a:ea typeface="Google Sans"/>
              <a:cs typeface="Google Sans"/>
            </a:endParaRPr>
          </a:p>
        </p:txBody>
      </p:sp>
      <p:sp>
        <p:nvSpPr>
          <p:cNvPr id="155" name="Google Shape;155;p5">
            <a:extLst xmlns:a="http://schemas.openxmlformats.org/drawingml/2006/main">
              <a:ext uri="{FF2B5EF4-FFF2-40B4-BE49-F238E27FC236}">
                <a16:creationId xmlns:a16="http://schemas.microsoft.com/office/drawing/2014/main" id="{A8AE881D-A7C2-4843-8DDF-7796CE712DB3}"/>
              </a:ext>
            </a:extLst>
          </p:cNvPr>
          <p:cNvSpPr>
            <a:spLocks xmlns:a="http://schemas.openxmlformats.org/drawingml/2006/main" noGrp="1"/>
          </p:cNvSpPr>
          <p:nvPr/>
        </p:nvSpPr>
        <p:spPr>
          <a:xfrm xmlns:a="http://schemas.openxmlformats.org/drawingml/2006/main">
            <a:off x="0" y="9168075"/>
            <a:ext cx="4138800" cy="890400"/>
          </a:xfrm>
          <a:prstGeom xmlns:a="http://schemas.openxmlformats.org/drawingml/2006/main" prst="rtTriangle">
            <a:avLst/>
          </a:prstGeom>
          <a:solidFill xmlns:a="http://schemas.openxmlformats.org/drawingml/2006/main">
            <a:srgbClr val="DB4437"/>
          </a:solidFill>
          <a:ln xmlns:a="http://schemas.openxmlformats.org/drawingml/2006/main" w="9525" cmpd="sng">
            <a:solidFill>
              <a:srgbClr val="B7B7B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latin typeface="Google Sans"/>
              <a:ea typeface="Google Sans"/>
              <a:cs typeface="Google Sans"/>
            </a:endParaRPr>
          </a:p>
        </p:txBody>
      </p:sp>
      <p:sp>
        <p:nvSpPr>
          <p:cNvPr id="157" name="Google Shape;157;p5">
            <a:extLst xmlns:a="http://schemas.openxmlformats.org/drawingml/2006/main">
              <a:ext uri="{FF2B5EF4-FFF2-40B4-BE49-F238E27FC236}">
                <a16:creationId xmlns:a16="http://schemas.microsoft.com/office/drawing/2014/main" id="{EAB4FFB7-5ADD-4080-8BCC-970CA204EC67}"/>
              </a:ext>
            </a:extLst>
          </p:cNvPr>
          <p:cNvSpPr>
            <a:spLocks xmlns:a="http://schemas.openxmlformats.org/drawingml/2006/main" noGrp="1"/>
          </p:cNvSpPr>
          <p:nvPr/>
        </p:nvSpPr>
        <p:spPr>
          <a:xfrm xmlns:a="http://schemas.openxmlformats.org/drawingml/2006/main" rot="-5400000" flipH="0" flipV="0">
            <a:off x="812746" y="1383321"/>
            <a:ext cx="460741" cy="2427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58" name="Google Shape;158;p5">
            <a:extLst xmlns:a="http://schemas.openxmlformats.org/drawingml/2006/main">
              <a:ext uri="{FF2B5EF4-FFF2-40B4-BE49-F238E27FC236}">
                <a16:creationId xmlns:a16="http://schemas.microsoft.com/office/drawing/2014/main" id="{C485C52F-EEFB-4F7A-9F82-F24380A8AD2D}"/>
              </a:ext>
            </a:extLst>
          </p:cNvPr>
          <p:cNvSpPr>
            <a:spLocks xmlns:a="http://schemas.openxmlformats.org/drawingml/2006/main" noGrp="1"/>
          </p:cNvSpPr>
          <p:nvPr/>
        </p:nvSpPr>
        <p:spPr>
          <a:xfrm xmlns:a="http://schemas.openxmlformats.org/drawingml/2006/main" rot="-5400000" flipH="0" flipV="0">
            <a:off x="2708133" y="1383321"/>
            <a:ext cx="460741" cy="2427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59" name="Google Shape;159;p5">
            <a:extLst xmlns:a="http://schemas.openxmlformats.org/drawingml/2006/main">
              <a:ext uri="{FF2B5EF4-FFF2-40B4-BE49-F238E27FC236}">
                <a16:creationId xmlns:a16="http://schemas.microsoft.com/office/drawing/2014/main" id="{8E585FAD-56E4-4852-B379-7DDDDD573F2F}"/>
              </a:ext>
            </a:extLst>
          </p:cNvPr>
          <p:cNvSpPr>
            <a:spLocks xmlns:a="http://schemas.openxmlformats.org/drawingml/2006/main" noGrp="1"/>
          </p:cNvSpPr>
          <p:nvPr/>
        </p:nvSpPr>
        <p:spPr>
          <a:xfrm xmlns:a="http://schemas.openxmlformats.org/drawingml/2006/main" rot="-5400000" flipH="0" flipV="0">
            <a:off x="4603520" y="1383321"/>
            <a:ext cx="460741" cy="2427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60" name="Google Shape;160;p5">
            <a:extLst xmlns:a="http://schemas.openxmlformats.org/drawingml/2006/main">
              <a:ext uri="{FF2B5EF4-FFF2-40B4-BE49-F238E27FC236}">
                <a16:creationId xmlns:a16="http://schemas.microsoft.com/office/drawing/2014/main" id="{760980A5-8CA6-47E7-80A9-CD5C3F3AE3D0}"/>
              </a:ext>
            </a:extLst>
          </p:cNvPr>
          <p:cNvSpPr>
            <a:spLocks xmlns:a="http://schemas.openxmlformats.org/drawingml/2006/main" noGrp="1"/>
          </p:cNvSpPr>
          <p:nvPr/>
        </p:nvSpPr>
        <p:spPr>
          <a:xfrm xmlns:a="http://schemas.openxmlformats.org/drawingml/2006/main" rot="-5400000" flipH="0" flipV="0">
            <a:off x="6498905" y="1383321"/>
            <a:ext cx="460741" cy="2427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62" name="Google Shape;162;p5">
            <a:extLst xmlns:a="http://schemas.openxmlformats.org/drawingml/2006/main">
              <a:ext uri="{FF2B5EF4-FFF2-40B4-BE49-F238E27FC236}">
                <a16:creationId xmlns:a16="http://schemas.microsoft.com/office/drawing/2014/main" id="{B8B0F9CC-3809-4ED9-B6FD-ADDCAA9F18A7}"/>
              </a:ext>
            </a:extLst>
          </p:cNvPr>
          <p:cNvSpPr>
            <a:spLocks xmlns:a="http://schemas.openxmlformats.org/drawingml/2006/main" noGrp="1"/>
          </p:cNvSpPr>
          <p:nvPr/>
        </p:nvSpPr>
        <p:spPr>
          <a:xfrm xmlns:a="http://schemas.openxmlformats.org/drawingml/2006/main" rot="-5400000" flipH="0" flipV="0">
            <a:off x="812746" y="4533796"/>
            <a:ext cx="460741" cy="2427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63" name="Google Shape;163;p5">
            <a:extLst xmlns:a="http://schemas.openxmlformats.org/drawingml/2006/main">
              <a:ext uri="{FF2B5EF4-FFF2-40B4-BE49-F238E27FC236}">
                <a16:creationId xmlns:a16="http://schemas.microsoft.com/office/drawing/2014/main" id="{368E9895-087A-49F9-986D-3DD0D7BCC2D0}"/>
              </a:ext>
            </a:extLst>
          </p:cNvPr>
          <p:cNvSpPr>
            <a:spLocks xmlns:a="http://schemas.openxmlformats.org/drawingml/2006/main" noGrp="1"/>
          </p:cNvSpPr>
          <p:nvPr/>
        </p:nvSpPr>
        <p:spPr>
          <a:xfrm xmlns:a="http://schemas.openxmlformats.org/drawingml/2006/main" rot="-5400000" flipH="0" flipV="0">
            <a:off x="2708133" y="4533796"/>
            <a:ext cx="460741" cy="2427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64" name="Google Shape;164;p5">
            <a:extLst xmlns:a="http://schemas.openxmlformats.org/drawingml/2006/main">
              <a:ext uri="{FF2B5EF4-FFF2-40B4-BE49-F238E27FC236}">
                <a16:creationId xmlns:a16="http://schemas.microsoft.com/office/drawing/2014/main" id="{EFDC9D25-9E3B-463A-8220-6E00ECC9EEF5}"/>
              </a:ext>
            </a:extLst>
          </p:cNvPr>
          <p:cNvSpPr>
            <a:spLocks xmlns:a="http://schemas.openxmlformats.org/drawingml/2006/main" noGrp="1"/>
          </p:cNvSpPr>
          <p:nvPr/>
        </p:nvSpPr>
        <p:spPr>
          <a:xfrm xmlns:a="http://schemas.openxmlformats.org/drawingml/2006/main" rot="-5400000" flipH="0" flipV="0">
            <a:off x="4603520" y="4533796"/>
            <a:ext cx="460741" cy="2427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65" name="Google Shape;165;p5">
            <a:extLst xmlns:a="http://schemas.openxmlformats.org/drawingml/2006/main">
              <a:ext uri="{FF2B5EF4-FFF2-40B4-BE49-F238E27FC236}">
                <a16:creationId xmlns:a16="http://schemas.microsoft.com/office/drawing/2014/main" id="{D1101C4D-8C2F-4354-A058-F4A7A66EF7F6}"/>
              </a:ext>
            </a:extLst>
          </p:cNvPr>
          <p:cNvSpPr>
            <a:spLocks xmlns:a="http://schemas.openxmlformats.org/drawingml/2006/main" noGrp="1"/>
          </p:cNvSpPr>
          <p:nvPr/>
        </p:nvSpPr>
        <p:spPr>
          <a:xfrm xmlns:a="http://schemas.openxmlformats.org/drawingml/2006/main" rot="-5400000" flipH="0" flipV="0">
            <a:off x="6498905" y="4533796"/>
            <a:ext cx="460741" cy="2427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66" name="Google Shape;166;p5">
            <a:extLst xmlns:a="http://schemas.openxmlformats.org/drawingml/2006/main">
              <a:ext uri="{FF2B5EF4-FFF2-40B4-BE49-F238E27FC236}">
                <a16:creationId xmlns:a16="http://schemas.microsoft.com/office/drawing/2014/main" id="{F3890B08-1BBE-4039-89AB-D13FA438BA98}"/>
              </a:ext>
            </a:extLst>
          </p:cNvPr>
          <p:cNvSpPr>
            <a:spLocks xmlns:a="http://schemas.openxmlformats.org/drawingml/2006/main" noGrp="1"/>
          </p:cNvSpPr>
          <p:nvPr/>
        </p:nvSpPr>
        <p:spPr>
          <a:xfrm xmlns:a="http://schemas.openxmlformats.org/drawingml/2006/main">
            <a:off x="432000" y="1624350"/>
            <a:ext cx="1598400" cy="269100"/>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a:effectLst xmlns:a="http://schemas.openxmlformats.org/drawingml/2006/main">
            <a:outerShdw blurRad="57150" dist="19050" dir="5400000" algn="bl" rotWithShape="0">
              <a:srgbClr val="EEEEEE">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b="1">
                <a:solidFill>
                  <a:srgbClr val="000000"/>
                </a:solidFill>
                <a:latin typeface="Google Sans"/>
                <a:ea typeface="Google Sans"/>
                <a:cs typeface="Google Sans"/>
              </a:rPr>
              <a:t>Overview </a:t>
            </a:r>
            <a:endParaRPr b="1">
              <a:solidFill>
                <a:srgbClr val="000000"/>
              </a:solidFill>
              <a:latin typeface="Google Sans"/>
              <a:ea typeface="Google Sans"/>
              <a:cs typeface="Google Sans"/>
            </a:endParaRPr>
          </a:p>
        </p:txBody>
      </p:sp>
      <p:sp>
        <p:nvSpPr>
          <p:cNvPr id="167" name="Google Shape;167;p5">
            <a:extLst xmlns:a="http://schemas.openxmlformats.org/drawingml/2006/main">
              <a:ext uri="{FF2B5EF4-FFF2-40B4-BE49-F238E27FC236}">
                <a16:creationId xmlns:a16="http://schemas.microsoft.com/office/drawing/2014/main" id="{1F64D4F7-AF32-4583-A256-8EEBAE9C93E8}"/>
              </a:ext>
            </a:extLst>
          </p:cNvPr>
          <p:cNvSpPr>
            <a:spLocks xmlns:a="http://schemas.openxmlformats.org/drawingml/2006/main" noGrp="1"/>
          </p:cNvSpPr>
          <p:nvPr/>
        </p:nvSpPr>
        <p:spPr>
          <a:xfrm xmlns:a="http://schemas.openxmlformats.org/drawingml/2006/main">
            <a:off x="432000" y="2620004"/>
            <a:ext cx="1598400" cy="285000"/>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b="1">
                <a:solidFill>
                  <a:srgbClr val="000000"/>
                </a:solidFill>
                <a:latin typeface="Google Sans"/>
                <a:ea typeface="Google Sans"/>
                <a:cs typeface="Google Sans"/>
              </a:rPr>
              <a:t>Problem</a:t>
            </a:r>
            <a:endParaRPr b="1">
              <a:solidFill>
                <a:srgbClr val="000000"/>
              </a:solidFill>
              <a:latin typeface="Google Sans"/>
              <a:ea typeface="Google Sans"/>
              <a:cs typeface="Google Sans"/>
            </a:endParaRPr>
          </a:p>
        </p:txBody>
      </p:sp>
      <p:sp>
        <p:nvSpPr>
          <p:cNvPr id="168" name="Google Shape;168;p5">
            <a:extLst xmlns:a="http://schemas.openxmlformats.org/drawingml/2006/main">
              <a:ext uri="{FF2B5EF4-FFF2-40B4-BE49-F238E27FC236}">
                <a16:creationId xmlns:a16="http://schemas.microsoft.com/office/drawing/2014/main" id="{9B4B0A7F-7D40-4021-922B-1DFB307DA6EC}"/>
              </a:ext>
            </a:extLst>
          </p:cNvPr>
          <p:cNvSpPr>
            <a:spLocks xmlns:a="http://schemas.openxmlformats.org/drawingml/2006/main" noGrp="1"/>
          </p:cNvSpPr>
          <p:nvPr/>
        </p:nvSpPr>
        <p:spPr>
          <a:xfrm xmlns:a="http://schemas.openxmlformats.org/drawingml/2006/main">
            <a:off x="432000" y="3615673"/>
            <a:ext cx="1598400" cy="269100"/>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b="1">
                <a:solidFill>
                  <a:srgbClr val="000000"/>
                </a:solidFill>
                <a:latin typeface="Google Sans"/>
                <a:ea typeface="Google Sans"/>
                <a:cs typeface="Google Sans"/>
              </a:rPr>
              <a:t>Solution</a:t>
            </a:r>
            <a:endParaRPr b="1">
              <a:solidFill>
                <a:srgbClr val="000000"/>
              </a:solidFill>
              <a:latin typeface="Google Sans"/>
              <a:ea typeface="Google Sans"/>
              <a:cs typeface="Google Sans"/>
            </a:endParaRPr>
          </a:p>
        </p:txBody>
      </p:sp>
      <p:sp>
        <p:nvSpPr>
          <p:cNvPr id="169" name="Google Shape;169;p5">
            <a:extLst xmlns:a="http://schemas.openxmlformats.org/drawingml/2006/main">
              <a:ext uri="{FF2B5EF4-FFF2-40B4-BE49-F238E27FC236}">
                <a16:creationId xmlns:a16="http://schemas.microsoft.com/office/drawing/2014/main" id="{3690EF69-DD9D-47E0-AA6A-171D33F565F6}"/>
              </a:ext>
            </a:extLst>
          </p:cNvPr>
          <p:cNvSpPr>
            <a:spLocks xmlns:a="http://schemas.openxmlformats.org/drawingml/2006/main" noGrp="1"/>
          </p:cNvSpPr>
          <p:nvPr/>
        </p:nvSpPr>
        <p:spPr>
          <a:xfrm xmlns:a="http://schemas.openxmlformats.org/drawingml/2006/main">
            <a:off x="432000" y="4676196"/>
            <a:ext cx="1598400" cy="285000"/>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b="1">
                <a:solidFill>
                  <a:srgbClr val="000000"/>
                </a:solidFill>
                <a:latin typeface="Google Sans"/>
                <a:ea typeface="Google Sans"/>
                <a:cs typeface="Google Sans"/>
              </a:rPr>
              <a:t>Details </a:t>
            </a:r>
            <a:endParaRPr b="1">
              <a:solidFill>
                <a:srgbClr val="000000"/>
              </a:solidFill>
              <a:latin typeface="Google Sans"/>
              <a:ea typeface="Google Sans"/>
              <a:cs typeface="Google Sans"/>
            </a:endParaRPr>
          </a:p>
        </p:txBody>
      </p:sp>
      <p:sp>
        <p:nvSpPr>
          <p:cNvPr id="170" name="Google Shape;170;p5">
            <a:extLst xmlns:a="http://schemas.openxmlformats.org/drawingml/2006/main">
              <a:ext uri="{FF2B5EF4-FFF2-40B4-BE49-F238E27FC236}">
                <a16:creationId xmlns:a16="http://schemas.microsoft.com/office/drawing/2014/main" id="{D0947A0F-1077-4B6F-A0D8-ADA2D4C7BB1C}"/>
              </a:ext>
            </a:extLst>
          </p:cNvPr>
          <p:cNvSpPr>
            <a:spLocks xmlns:a="http://schemas.openxmlformats.org/drawingml/2006/main" noGrp="1"/>
          </p:cNvSpPr>
          <p:nvPr/>
        </p:nvSpPr>
        <p:spPr>
          <a:xfrm xmlns:a="http://schemas.openxmlformats.org/drawingml/2006/main">
            <a:off x="432000" y="8296570"/>
            <a:ext cx="1598400" cy="269100"/>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b="1">
                <a:solidFill>
                  <a:srgbClr val="000000"/>
                </a:solidFill>
                <a:latin typeface="Google Sans"/>
                <a:ea typeface="Google Sans"/>
                <a:cs typeface="Google Sans"/>
              </a:rPr>
              <a:t>Next Steps </a:t>
            </a:r>
            <a:endParaRPr b="1">
              <a:solidFill>
                <a:srgbClr val="000000"/>
              </a:solidFill>
              <a:latin typeface="Google Sans"/>
              <a:ea typeface="Google Sans"/>
              <a:cs typeface="Google Sans"/>
            </a:endParaRPr>
          </a:p>
        </p:txBody>
      </p:sp>
      <p:sp>
        <p:nvSpPr>
          <p:cNvPr id="172" name="Google Shape;172;p5">
            <a:extLst xmlns:a="http://schemas.openxmlformats.org/drawingml/2006/main">
              <a:ext uri="{FF2B5EF4-FFF2-40B4-BE49-F238E27FC236}">
                <a16:creationId xmlns:a16="http://schemas.microsoft.com/office/drawing/2014/main" id="{B690BB2C-51BE-4806-BAAF-FE5C8177D1B4}"/>
              </a:ext>
            </a:extLst>
          </p:cNvPr>
          <p:cNvSpPr>
            <a:spLocks xmlns:a="http://schemas.openxmlformats.org/drawingml/2006/main" noGrp="1"/>
          </p:cNvSpPr>
          <p:nvPr/>
        </p:nvSpPr>
        <p:spPr>
          <a:xfrm xmlns:a="http://schemas.openxmlformats.org/drawingml/2006/main" rot="-5400000" flipH="0" flipV="0">
            <a:off x="812746" y="8191171"/>
            <a:ext cx="460741" cy="2427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73" name="Google Shape;173;p5">
            <a:extLst xmlns:a="http://schemas.openxmlformats.org/drawingml/2006/main">
              <a:ext uri="{FF2B5EF4-FFF2-40B4-BE49-F238E27FC236}">
                <a16:creationId xmlns:a16="http://schemas.microsoft.com/office/drawing/2014/main" id="{A848F793-2EE7-443A-B13E-F860B60246B0}"/>
              </a:ext>
            </a:extLst>
          </p:cNvPr>
          <p:cNvSpPr>
            <a:spLocks xmlns:a="http://schemas.openxmlformats.org/drawingml/2006/main" noGrp="1"/>
          </p:cNvSpPr>
          <p:nvPr/>
        </p:nvSpPr>
        <p:spPr>
          <a:xfrm xmlns:a="http://schemas.openxmlformats.org/drawingml/2006/main" rot="-5400000" flipH="0" flipV="0">
            <a:off x="2708133" y="8191171"/>
            <a:ext cx="460741" cy="2427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74" name="Google Shape;174;p5">
            <a:extLst xmlns:a="http://schemas.openxmlformats.org/drawingml/2006/main">
              <a:ext uri="{FF2B5EF4-FFF2-40B4-BE49-F238E27FC236}">
                <a16:creationId xmlns:a16="http://schemas.microsoft.com/office/drawing/2014/main" id="{093B10B6-EECE-40F9-A282-AA2087A4D364}"/>
              </a:ext>
            </a:extLst>
          </p:cNvPr>
          <p:cNvSpPr>
            <a:spLocks xmlns:a="http://schemas.openxmlformats.org/drawingml/2006/main" noGrp="1"/>
          </p:cNvSpPr>
          <p:nvPr/>
        </p:nvSpPr>
        <p:spPr>
          <a:xfrm xmlns:a="http://schemas.openxmlformats.org/drawingml/2006/main" rot="-5400000" flipH="0" flipV="0">
            <a:off x="4603520" y="8191171"/>
            <a:ext cx="460741" cy="2427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75" name="Google Shape;175;p5">
            <a:extLst xmlns:a="http://schemas.openxmlformats.org/drawingml/2006/main">
              <a:ext uri="{FF2B5EF4-FFF2-40B4-BE49-F238E27FC236}">
                <a16:creationId xmlns:a16="http://schemas.microsoft.com/office/drawing/2014/main" id="{4E1E5CA6-29E1-4489-8866-5C563C49F776}"/>
              </a:ext>
            </a:extLst>
          </p:cNvPr>
          <p:cNvSpPr>
            <a:spLocks xmlns:a="http://schemas.openxmlformats.org/drawingml/2006/main" noGrp="1"/>
          </p:cNvSpPr>
          <p:nvPr/>
        </p:nvSpPr>
        <p:spPr>
          <a:xfrm xmlns:a="http://schemas.openxmlformats.org/drawingml/2006/main" rot="-5400000" flipH="0" flipV="0">
            <a:off x="6498905" y="8191171"/>
            <a:ext cx="460741" cy="2427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76" name="Google Shape;176;p5">
            <a:extLst xmlns:a="http://schemas.openxmlformats.org/drawingml/2006/main">
              <a:ext uri="{FF2B5EF4-FFF2-40B4-BE49-F238E27FC236}">
                <a16:creationId xmlns:a16="http://schemas.microsoft.com/office/drawing/2014/main" id="{BCD17B5E-165A-4D67-9C62-82DDA73A8887}"/>
              </a:ext>
            </a:extLst>
          </p:cNvPr>
          <p:cNvSpPr>
            <a:spLocks xmlns:a="http://schemas.openxmlformats.org/drawingml/2006/main" noGrp="1"/>
          </p:cNvSpPr>
          <p:nvPr>
            <p:ph type="pic" idx="2"/>
          </p:nvPr>
        </p:nvSpPr>
        <p:spPr>
          <a:xfrm xmlns:a="http://schemas.openxmlformats.org/drawingml/2006/main">
            <a:off x="4394725" y="4961200"/>
            <a:ext cx="3035400" cy="2495700"/>
          </a:xfrm>
          <a:prstGeom xmlns:a="http://schemas.openxmlformats.org/drawingml/2006/main" prst="rect">
            <a:avLst/>
          </a:prstGeom>
          <a:noFill xmlns:a="http://schemas.openxmlformats.org/drawingml/2006/main"/>
          <a:ln xmlns:a="http://schemas.openxmlformats.org/drawingml/2006/main" w="19050" cmpd="sng">
            <a:solidFill>
              <a:srgbClr val="000000"/>
            </a:solidFill>
            <a:prstDash val="solid"/>
            <a:headEnd type="none" w="sm" len="sm"/>
            <a:tailEnd type="none" w="sm" len="sm"/>
          </a:ln>
        </p:spPr>
      </p:sp>
    </p:spTree>
  </p:cSld>
</p:sldLayout>
</file>

<file path=ppt/slideLayouts/slideLayout5.xml><?xml version="1.0" encoding="utf-8"?>
<p:sldLayout xmlns:p="http://schemas.openxmlformats.org/presentationml/2006/main" matchingName="DO NOT USE ">
  <p:cSld name="TITLE_2_1">
    <p:spTree>
      <p:nvGrpSpPr>
        <p:cNvPr id="1" name=""/>
        <p:cNvGrpSpPr/>
        <p:nvPr/>
      </p:nvGrpSpPr>
      <p:grpSpPr>
        <a:xfrm xmlns:a="http://schemas.openxmlformats.org/drawingml/2006/main"/>
      </p:grpSpPr>
      <p:sp>
        <p:nvSpPr>
          <p:cNvPr id="178" name="Google Shape;178;p6">
            <a:extLst xmlns:a="http://schemas.openxmlformats.org/drawingml/2006/main">
              <a:ext uri="{FF2B5EF4-FFF2-40B4-BE49-F238E27FC236}">
                <a16:creationId xmlns:a16="http://schemas.microsoft.com/office/drawing/2014/main" id="{5E1B70AB-95D4-42DD-A342-E61741A69827}"/>
              </a:ext>
            </a:extLst>
          </p:cNvPr>
          <p:cNvSpPr>
            <a:spLocks xmlns:a="http://schemas.openxmlformats.org/drawingml/2006/main" noGrp="1"/>
          </p:cNvSpPr>
          <p:nvPr/>
        </p:nvSpPr>
        <p:spPr>
          <a:xfrm xmlns:a="http://schemas.openxmlformats.org/drawingml/2006/main">
            <a:off x="3993321" y="9367991"/>
            <a:ext cx="3693900" cy="73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r">
              <a:spcBef>
                <a:spcPts val="0"/>
              </a:spcBef>
              <a:spcAft>
                <a:spcPts val="0"/>
              </a:spcAft>
              <a:buNone/>
            </a:pPr>
            <a:r>
              <a:rPr sz="600">
                <a:solidFill>
                  <a:srgbClr val="FFFFFF"/>
                </a:solidFill>
                <a:latin typeface="Roboto"/>
                <a:ea typeface="Roboto"/>
                <a:cs typeface="Roboto"/>
              </a:rPr>
              <a:t>Source:  Lorem ipsum dolor sit amet, consectetur adipiscing elit. Duis non erat sem</a:t>
            </a:r>
            <a:endParaRPr sz="600">
              <a:solidFill>
                <a:srgbClr val="FFFFFF"/>
              </a:solidFill>
              <a:latin typeface="Roboto"/>
              <a:ea typeface="Roboto"/>
              <a:cs typeface="Roboto"/>
            </a:endParaRPr>
          </a:p>
        </p:txBody>
      </p:sp>
      <p:sp>
        <p:nvSpPr>
          <p:cNvPr id="180" name="Google Shape;180;p6">
            <a:extLst xmlns:a="http://schemas.openxmlformats.org/drawingml/2006/main">
              <a:ext uri="{FF2B5EF4-FFF2-40B4-BE49-F238E27FC236}">
                <a16:creationId xmlns:a16="http://schemas.microsoft.com/office/drawing/2014/main" id="{D690CF52-B0DB-4CA7-9B4D-9B566B38DE57}"/>
              </a:ext>
            </a:extLst>
          </p:cNvPr>
          <p:cNvSpPr>
            <a:spLocks xmlns:a="http://schemas.openxmlformats.org/drawingml/2006/main" noGrp="1"/>
          </p:cNvSpPr>
          <p:nvPr/>
        </p:nvSpPr>
        <p:spPr>
          <a:xfrm xmlns:a="http://schemas.openxmlformats.org/drawingml/2006/main" rot="0" flipH="1" flipV="0">
            <a:off x="16357" y="9048087"/>
            <a:ext cx="7772292" cy="1072407"/>
          </a:xfrm>
          <a:custGeom xmlns:a="http://schemas.openxmlformats.org/drawingml/2006/main">
            <a:rect l="l" t="t" r="r" b="b"/>
            <a:pathLst>
              <a:path w="367556" h="19840">
                <a:moveTo>
                  <a:pt x="0" y="19840"/>
                </a:moveTo>
                <a:lnTo>
                  <a:pt x="515" y="0"/>
                </a:lnTo>
                <a:lnTo>
                  <a:pt x="367556" y="11270"/>
                </a:lnTo>
                <a:lnTo>
                  <a:pt x="367044" y="18698"/>
                </a:lnTo>
                <a:close/>
              </a:path>
            </a:pathLst>
          </a:custGeom>
          <a:solidFill xmlns:a="http://schemas.openxmlformats.org/drawingml/2006/main">
            <a:srgbClr val="4069DD"/>
          </a:solidFill>
          <a:ln xmlns:a="http://schemas.openxmlformats.org/drawingml/2006/main">
            <a:noFill/>
          </a:ln>
        </p:spPr>
      </p:sp>
      <p:sp>
        <p:nvSpPr>
          <p:cNvPr id="181" name="Google Shape;181;p6">
            <a:extLst xmlns:a="http://schemas.openxmlformats.org/drawingml/2006/main">
              <a:ext uri="{FF2B5EF4-FFF2-40B4-BE49-F238E27FC236}">
                <a16:creationId xmlns:a16="http://schemas.microsoft.com/office/drawing/2014/main" id="{2DCAB096-D09B-48EF-922D-19037D4BECB3}"/>
              </a:ext>
            </a:extLst>
          </p:cNvPr>
          <p:cNvSpPr>
            <a:spLocks xmlns:a="http://schemas.openxmlformats.org/drawingml/2006/main" noGrp="1"/>
          </p:cNvSpPr>
          <p:nvPr/>
        </p:nvSpPr>
        <p:spPr>
          <a:xfrm xmlns:a="http://schemas.openxmlformats.org/drawingml/2006/main" rot="0" flipH="1" flipV="0">
            <a:off x="-16250" y="9165569"/>
            <a:ext cx="4054317" cy="926904"/>
          </a:xfrm>
          <a:custGeom xmlns:a="http://schemas.openxmlformats.org/drawingml/2006/main">
            <a:rect l="l" t="t" r="r" b="b"/>
            <a:pathLst>
              <a:path w="366343" h="18959">
                <a:moveTo>
                  <a:pt x="0" y="18521"/>
                </a:moveTo>
                <a:lnTo>
                  <a:pt x="366343" y="0"/>
                </a:lnTo>
                <a:lnTo>
                  <a:pt x="366052" y="18959"/>
                </a:lnTo>
                <a:close/>
              </a:path>
            </a:pathLst>
          </a:custGeom>
          <a:solidFill xmlns:a="http://schemas.openxmlformats.org/drawingml/2006/main">
            <a:srgbClr val="448AFF"/>
          </a:solidFill>
          <a:ln xmlns:a="http://schemas.openxmlformats.org/drawingml/2006/main">
            <a:noFill/>
          </a:ln>
        </p:spPr>
      </p:sp>
    </p:spTree>
  </p:cSld>
</p:sldLayout>
</file>

<file path=ppt/slideLayouts/slideLayout6.xml><?xml version="1.0" encoding="utf-8"?>
<p:sldLayout xmlns:p="http://schemas.openxmlformats.org/presentationml/2006/main" matchingName="BLANK - DO NOT USE">
  <p:cSld name="CUSTOM_1">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1581a6ab8c46df" /><Relationship Type="http://schemas.openxmlformats.org/officeDocument/2006/relationships/slideLayout" Target="/ppt/slideLayouts/slideLayout1.xml" Id="R5790aa4ca5be4ed4" /><Relationship Type="http://schemas.openxmlformats.org/officeDocument/2006/relationships/slideLayout" Target="/ppt/slideLayouts/slideLayout2.xml" Id="R9f19700bc822413a" /><Relationship Type="http://schemas.openxmlformats.org/officeDocument/2006/relationships/slideLayout" Target="/ppt/slideLayouts/slideLayout3.xml" Id="R8b1e5cffa5154f80" /><Relationship Type="http://schemas.openxmlformats.org/officeDocument/2006/relationships/slideLayout" Target="/ppt/slideLayouts/slideLayout4.xml" Id="Ra3f6dd49ae0645e6" /><Relationship Type="http://schemas.openxmlformats.org/officeDocument/2006/relationships/slideLayout" Target="/ppt/slideLayouts/slideLayout5.xml" Id="R038307705a6046ce" /><Relationship Type="http://schemas.openxmlformats.org/officeDocument/2006/relationships/slideLayout" Target="/ppt/slideLayouts/slideLayout6.xml" Id="R08633903718147f7"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135FCF5F-8E31-4DE9-B042-3712F0887979}"/>
              </a:ext>
            </a:extLst>
          </p:cNvPr>
          <p:cNvSpPr>
            <a:spLocks xmlns:a="http://schemas.openxmlformats.org/drawingml/2006/main" noGrp="1"/>
          </p:cNvSpPr>
          <p:nvPr>
            <p:ph type="title" idx="0"/>
          </p:nvPr>
        </p:nvSpPr>
        <p:spPr>
          <a:xfrm xmlns:a="http://schemas.openxmlformats.org/drawingml/2006/main">
            <a:off x="264945" y="870271"/>
            <a:ext cx="7242600" cy="111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887EE9C8-D8C0-4FA8-A6D2-2E9440A9BE4B}"/>
              </a:ext>
            </a:extLst>
          </p:cNvPr>
          <p:cNvSpPr>
            <a:spLocks xmlns:a="http://schemas.openxmlformats.org/drawingml/2006/main" noGrp="1"/>
          </p:cNvSpPr>
          <p:nvPr>
            <p:ph type="body" idx="1"/>
          </p:nvPr>
        </p:nvSpPr>
        <p:spPr>
          <a:xfrm xmlns:a="http://schemas.openxmlformats.org/drawingml/2006/main">
            <a:off x="264945" y="2253729"/>
            <a:ext cx="7242600" cy="66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defRPr>
            </a:lvl1pPr>
            <a:lvl2pPr marL="9144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2pPr>
            <a:lvl3pPr marL="13716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3pPr>
            <a:lvl4pPr marL="18288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4pPr>
            <a:lvl5pPr marL="22860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5pPr>
            <a:lvl6pPr marL="27432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6pPr>
            <a:lvl7pPr marL="32004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7pPr>
            <a:lvl8pPr marL="36576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8pPr>
            <a:lvl9pPr marL="41148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2687E71A-74C8-409A-A62A-0E8EF88DF616}"/>
              </a:ext>
            </a:extLst>
          </p:cNvPr>
          <p:cNvSpPr>
            <a:spLocks xmlns:a="http://schemas.openxmlformats.org/drawingml/2006/main" noGrp="1"/>
          </p:cNvSpPr>
          <p:nvPr>
            <p:ph type="sldNum" idx="12"/>
          </p:nvPr>
        </p:nvSpPr>
        <p:spPr>
          <a:xfrm xmlns:a="http://schemas.openxmlformats.org/drawingml/2006/main">
            <a:off x="7201589" y="9119180"/>
            <a:ext cx="466500" cy="76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9" name="Google Shape;9;p1">
            <a:extLst xmlns:a="http://schemas.openxmlformats.org/drawingml/2006/main">
              <a:ext uri="{FF2B5EF4-FFF2-40B4-BE49-F238E27FC236}">
                <a16:creationId xmlns:a16="http://schemas.microsoft.com/office/drawing/2014/main" id="{AC563438-017D-43B1-B508-A27C9A612E9B}"/>
              </a:ext>
            </a:extLst>
          </p:cNvPr>
          <p:cNvSpPr>
            <a:spLocks xmlns:a="http://schemas.openxmlformats.org/drawingml/2006/main" noGrp="1"/>
          </p:cNvSpPr>
          <p:nvPr/>
        </p:nvSpPr>
        <p:spPr>
          <a:xfrm xmlns:a="http://schemas.openxmlformats.org/drawingml/2006/main">
            <a:off x="3247350" y="1195375"/>
            <a:ext cx="44982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790aa4ca5be4ed4"/>
    <p:sldLayoutId xmlns:r="http://schemas.openxmlformats.org/officeDocument/2006/relationships" id="2147483650" r:id="R9f19700bc822413a"/>
    <p:sldLayoutId xmlns:r="http://schemas.openxmlformats.org/officeDocument/2006/relationships" id="2147483651" r:id="R8b1e5cffa5154f80"/>
    <p:sldLayoutId xmlns:r="http://schemas.openxmlformats.org/officeDocument/2006/relationships" id="2147483652" r:id="Ra3f6dd49ae0645e6"/>
    <p:sldLayoutId xmlns:r="http://schemas.openxmlformats.org/officeDocument/2006/relationships" id="2147483653" r:id="R038307705a6046ce"/>
    <p:sldLayoutId xmlns:r="http://schemas.openxmlformats.org/officeDocument/2006/relationships" id="2147483654" r:id="R08633903718147f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4.xml" Id="Re2bece435e7a40ee" /><Relationship Type="http://schemas.openxmlformats.org/officeDocument/2006/relationships/notesSlide" Target="/ppt/notesSlides/notesSlide1.xml" Id="R4d98656cb8e246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6c88b4caaeaa481a" /><Relationship Type="http://schemas.openxmlformats.org/officeDocument/2006/relationships/image" Target="/ppt/media/image.png" Id="R131eab801c91472a" /><Relationship Type="http://schemas.openxmlformats.org/officeDocument/2006/relationships/notesSlide" Target="/ppt/notesSlides/notesSlide2.xml" Id="R87b79edfd90647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b846a0c7cdfd4d2e" /><Relationship Type="http://schemas.openxmlformats.org/officeDocument/2006/relationships/image" Target="/ppt/media/image2.png" Id="R1b9b817b123d4fd9" /><Relationship Type="http://schemas.openxmlformats.org/officeDocument/2006/relationships/notesSlide" Target="/ppt/notesSlides/notesSlide3.xml" Id="R83ac1f2e49ec4e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81527f31974e4137" /><Relationship Type="http://schemas.openxmlformats.org/officeDocument/2006/relationships/image" Target="/ppt/media/image3.png" Id="R4ca9a9dad86b4aa5" /><Relationship Type="http://schemas.openxmlformats.org/officeDocument/2006/relationships/notesSlide" Target="/ppt/notesSlides/notesSlide4.xml" Id="Raa2cbec9d3c240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1187ec557dfd42ad" /><Relationship Type="http://schemas.openxmlformats.org/officeDocument/2006/relationships/image" Target="/ppt/media/image4.png" Id="R22b1f71f5ac84699" /><Relationship Type="http://schemas.openxmlformats.org/officeDocument/2006/relationships/notesSlide" Target="/ppt/notesSlides/notesSlide5.xml" Id="R7999ea110f544e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2f7976ca3601419e" /><Relationship Type="http://schemas.openxmlformats.org/officeDocument/2006/relationships/image" Target="/ppt/media/image5.png" Id="Rf5d42b7a5c3d422b" /><Relationship Type="http://schemas.openxmlformats.org/officeDocument/2006/relationships/notesSlide" Target="/ppt/notesSlides/notesSlide6.xml" Id="R5f50c370cf9b4d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09d75a2d4c9b43d8" /><Relationship Type="http://schemas.openxmlformats.org/officeDocument/2006/relationships/image" Target="/ppt/media/image6.png" Id="R04164ac65b6a4c59" /><Relationship Type="http://schemas.openxmlformats.org/officeDocument/2006/relationships/notesSlide" Target="/ppt/notesSlides/notesSlide7.xml" Id="Ra3d48c3abbfd4a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92a653ffa7c443c8" /><Relationship Type="http://schemas.openxmlformats.org/officeDocument/2006/relationships/notesSlide" Target="/ppt/notesSlides/notesSlide8.xml" Id="R7ea01d8ca28741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0cabb52feac54e92" /><Relationship Type="http://schemas.openxmlformats.org/officeDocument/2006/relationships/notesSlide" Target="/ppt/notesSlides/notesSlide9.xml" Id="R7165dbe8beb24c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17dc0d6ae13544ba" /><Relationship Type="http://schemas.openxmlformats.org/officeDocument/2006/relationships/notesSlide" Target="/ppt/notesSlides/notesSlide10.xml" Id="R0548d7f663054f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af57868e4d9f4baa" /><Relationship Type="http://schemas.openxmlformats.org/officeDocument/2006/relationships/notesSlide" Target="/ppt/notesSlides/notesSlide11.xml" Id="R83eb83a822534e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33644d2a179f40fd" /><Relationship Type="http://schemas.openxmlformats.org/officeDocument/2006/relationships/notesSlide" Target="/ppt/notesSlides/notesSlide12.xml" Id="Rd83593dec6f340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2a9f4ee77c5d49b1" /><Relationship Type="http://schemas.openxmlformats.org/officeDocument/2006/relationships/notesSlide" Target="/ppt/notesSlides/notesSlide13.xml" Id="R953fe09c5e41487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650" b="1">
                <a:solidFill>
                  <a:srgbClr val="202124"/>
                </a:solidFill>
                <a:latin typeface="Google Sans"/>
                <a:ea typeface="Google Sans"/>
                <a:cs typeface="Google Sans"/>
              </a:defRPr>
            </a:pPr>
            <a:r>
              <a:rPr sz="1650" b="1">
                <a:solidFill>
                  <a:srgbClr val="202124"/>
                </a:solidFill>
                <a:latin typeface="Google Sans"/>
                <a:ea typeface="Google Sans"/>
                <a:cs typeface="Google Sans"/>
              </a:rPr>
              <a:t>YouTube Shorts Performance Analysis</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755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Prepared by Marco Cruz for Dr. Agustín Landívar and the content team · 1/13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This analysis examines 346 exported Shorts to support content planning and revenue monitoring. The video rows contain 120.14 million views and approximately USD 6,624.59 in estimated revenue. Findings describe the available export rather than the entire channel.</a:t>
            </a:r>
            <a:endParaRPr sz="1100">
              <a:solidFill>
                <a:schemeClr val="dk1"/>
              </a:solidFill>
              <a:latin typeface="Google Sans"/>
              <a:ea typeface="Google Sans"/>
              <a:cs typeface="Google Sans"/>
            </a:endParaRPr>
          </a:p>
        </p:txBody>
      </p:sp>
      <p:sp>
        <p:nvSpPr>
          <p:cNvPr id="190" name="Google Shape;190;p8">
            <a:extLst xmlns:a="http://schemas.openxmlformats.org/drawingml/2006/main">
              <a:ext uri="{FF2B5EF4-FFF2-40B4-BE49-F238E27FC236}">
                <a16:creationId xmlns:a16="http://schemas.microsoft.com/office/drawing/2014/main" id="{BDAD91DB-05B4-4716-9A52-60C229D909F4}"/>
              </a:ext>
            </a:extLst>
          </p:cNvPr>
          <p:cNvSpPr>
            <a:spLocks xmlns:a="http://schemas.openxmlformats.org/drawingml/2006/main" noGrp="1"/>
          </p:cNvSpPr>
          <p:nvPr/>
        </p:nvSpPr>
        <p:spPr>
          <a:xfrm xmlns:a="http://schemas.openxmlformats.org/drawingml/2006/main">
            <a:off x="335300" y="5029200"/>
            <a:ext cx="3865800" cy="8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Concentrated reach: 41 videos, or 11.85% of the dataset, account for 51.37% of exported views.</a:t>
            </a:r>
            <a:endParaRPr sz="1100" b="1">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Performance varies widely across videos. A small group accounts for most of the exported views, while individual engagement metrics provide only partial context. The export also contains a gap between its summary total and the sum of its video rows.</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The analysis uses Python to clean and validate data, examine distributions, compare publication groups, and measure associations. The work follows PACE and exploratory data analysis. It does not include a predictive model or a controlled content experiment.</a:t>
            </a:r>
            <a:endParaRPr sz="1100">
              <a:latin typeface="Google Sans"/>
              <a:ea typeface="Google Sans"/>
              <a:cs typeface="Google Sans"/>
            </a:endParaRPr>
          </a:p>
        </p:txBody>
      </p:sp>
      <p:sp>
        <p:nvSpPr>
          <p:cNvPr id="193" name="Google Shape;193;p8">
            <a:extLst xmlns:a="http://schemas.openxmlformats.org/drawingml/2006/main">
              <a:ext uri="{FF2B5EF4-FFF2-40B4-BE49-F238E27FC236}">
                <a16:creationId xmlns:a16="http://schemas.microsoft.com/office/drawing/2014/main" id="{F6CF018A-AFCA-4F07-B95B-B2FE75E2665E}"/>
              </a:ext>
            </a:extLst>
          </p:cNvPr>
          <p:cNvSpPr>
            <a:spLocks xmlns:a="http://schemas.openxmlformats.org/drawingml/2006/main" noGrp="1"/>
          </p:cNvSpPr>
          <p:nvPr/>
        </p:nvSpPr>
        <p:spPr>
          <a:xfrm xmlns:a="http://schemas.openxmlformats.org/drawingml/2006/main">
            <a:off x="335300" y="5897975"/>
            <a:ext cx="38658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No universal success threshold: duration, CTR and relative viewing time do not individually establish which Shorts will achieve high reach.</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Prioritize a review of the high-reach videos, investigate the revenue exception, and reconcile the export totals. Use the findings to design content tests and a dashboard with explicit scope limitations.</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sp>
        <p:nvSpPr>
          <p:cNvPr id="197" name="Google Shape;197;p8">
            <a:extLst xmlns:a="http://schemas.openxmlformats.org/drawingml/2006/main">
              <a:ext uri="{FF2B5EF4-FFF2-40B4-BE49-F238E27FC236}">
                <a16:creationId xmlns:a16="http://schemas.microsoft.com/office/drawing/2014/main" id="{1C2D10E3-03F4-4D91-9EC1-9E8B23BB0BBF}"/>
              </a:ext>
            </a:extLst>
          </p:cNvPr>
          <p:cNvSpPr>
            <a:spLocks xmlns:a="http://schemas.openxmlformats.org/drawingml/2006/main" noGrp="1"/>
          </p:cNvSpPr>
          <p:nvPr/>
        </p:nvSpPr>
        <p:spPr>
          <a:xfrm xmlns:a="http://schemas.openxmlformats.org/drawingml/2006/main">
            <a:off x="335300" y="7151900"/>
            <a:ext cx="3676200" cy="8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Business scope: estimated video revenue is available. The export contains no supplement sales or conversion data.</a:t>
            </a:r>
            <a:endParaRPr sz="1100">
              <a:latin typeface="Google Sans"/>
              <a:ea typeface="Google Sans"/>
              <a:cs typeface="Google Sans"/>
            </a:endParaRPr>
          </a:p>
        </p:txBody>
      </p:sp>
      <p:sp>
        <p:nvSpPr>
          <p:cNvPr id="198" name="">
            <a:extLst xmlns:a="http://schemas.openxmlformats.org/drawingml/2006/main">
              <a:ext uri="{FF2B5EF4-FFF2-40B4-BE49-F238E27FC236}">
                <a16:creationId xmlns:a16="http://schemas.microsoft.com/office/drawing/2014/main" id="{0F21FF10-DB4B-47BB-B39B-25F20B8B2AC7}"/>
              </a:ext>
            </a:extLst>
          </p:cNvPr>
          <p:cNvSpPr>
            <a:spLocks xmlns:a="http://schemas.openxmlformats.org/drawingml/2006/main" noGrp="1"/>
          </p:cNvSpPr>
          <p:nvPr/>
        </p:nvSpPr>
        <p:spPr>
          <a:xfrm xmlns:a="http://schemas.openxmlformats.org/drawingml/2006/main">
            <a:off x="4314825" y="510540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EXECUTIVE SNAPSHOT</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346 exported Shorts</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120,143,235 video views</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USD 6,624.59 estimated revenue</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86.93% coverage of summary views</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Descriptive findings, not causal effects</a:t>
            </a:r>
          </a:p>
        </p:txBody>
      </p:sp>
    </p:spTree>
    <p:extLst>
      <p:ext uri="{BB962C8B-B14F-4D97-AF65-F5344CB8AC3E}">
        <p14:creationId xmlns:p14="http://schemas.microsoft.com/office/powerpoint/2010/main" val="178595338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575" b="1">
                <a:solidFill>
                  <a:srgbClr val="202124"/>
                </a:solidFill>
                <a:latin typeface="Google Sans"/>
                <a:ea typeface="Google Sans"/>
                <a:cs typeface="Google Sans"/>
              </a:defRPr>
            </a:pPr>
            <a:r>
              <a:rPr sz="1575" b="1">
                <a:solidFill>
                  <a:srgbClr val="202124"/>
                </a:solidFill>
                <a:latin typeface="Google Sans"/>
                <a:ea typeface="Google Sans"/>
                <a:cs typeface="Google Sans"/>
              </a:rPr>
              <a:t>More Relative Viewing Time Does Not Guarantee Reach</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755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Visual evidence from the project notebook · 12/13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The horizontal axis expresses average viewing time as a percentage of video length. The vertical line marks 100%. Pearson correlation with total views is 0.256 and Spearman is 0.308, showing a limited positive association.</a:t>
            </a:r>
            <a:endParaRPr sz="1100">
              <a:solidFill>
                <a:schemeClr val="dk1"/>
              </a:solidFill>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video near 244.44% has far fewer views than the most-viewed Short, which sits near 107%. Many videos between 100% and 150% also have low view counts. No reliable success threshold emerges from this plot.</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The ratio uses reported average seconds watched divided by video duration. Of 346 videos, 202 exceed 100%, with a median of 106.02%. The 244.44% case matches source values of 22 seconds for a 9-second video. It does not measure the share of viewers who completed the video.</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Track average seconds watched alongside the percentage. Keep values above 100% and document their interpretation. Repeated viewing remains a possible explanation rather than a confirmed cause from this export.</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pic>
        <p:nvPicPr>
          <p:cNvPr id="206" name=""/>
          <p:cNvPicPr>
            <a:picLocks xmlns:a="http://schemas.openxmlformats.org/drawingml/2006/main" noChangeAspect="1"/>
          </p:cNvPicPr>
          <p:nvPr/>
        </p:nvPicPr>
        <p:blipFill>
          <a:blip xmlns:r="http://schemas.openxmlformats.org/officeDocument/2006/relationships" xmlns:a="http://schemas.openxmlformats.org/drawingml/2006/main" r:embed="R131eab801c91472a"/>
          <a:stretch xmlns:a="http://schemas.openxmlformats.org/drawingml/2006/main"/>
        </p:blipFill>
        <p:spPr>
          <a:xfrm xmlns:a="http://schemas.openxmlformats.org/drawingml/2006/main">
            <a:off x="983676" y="5067300"/>
            <a:ext cx="5805047" cy="2857500"/>
          </a:xfrm>
          <a:prstGeom xmlns:a="http://schemas.openxmlformats.org/drawingml/2006/main" prst="rect">
            <a:avLst/>
          </a:prstGeom>
        </p:spPr>
      </p:pic>
    </p:spTree>
    <p:extLst>
      <p:ext uri="{BB962C8B-B14F-4D97-AF65-F5344CB8AC3E}">
        <p14:creationId xmlns:p14="http://schemas.microsoft.com/office/powerpoint/2010/main" val="178595338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575" b="1">
                <a:solidFill>
                  <a:srgbClr val="202124"/>
                </a:solidFill>
                <a:latin typeface="Google Sans"/>
                <a:ea typeface="Google Sans"/>
                <a:cs typeface="Google Sans"/>
              </a:defRPr>
            </a:pPr>
            <a:r>
              <a:rPr sz="1575" b="1">
                <a:solidFill>
                  <a:srgbClr val="202124"/>
                </a:solidFill>
                <a:latin typeface="Google Sans"/>
                <a:ea typeface="Google Sans"/>
                <a:cs typeface="Google Sans"/>
              </a:rPr>
              <a:t>CTR Alone Does Not Identify High-Reach Shorts</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755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Visual evidence from the project notebook · 11/13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The scatter plot compares impressions CTR with total views. Videos with similar CTR values have widely different view counts. Several videos with millions of views sit at intermediate CTR levels rather than at the maximum CTR.</a:t>
            </a:r>
            <a:endParaRPr sz="1100">
              <a:solidFill>
                <a:schemeClr val="dk1"/>
              </a:solidFill>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Pearson is 0.122, indicating a weak positive linear association. Spearman is 0.389, indicating a clearer positive rank association with substantial exceptions. These values do not establish a target CTR or prove that CTR has no value.</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Interpret CTR within its scope: registered thumbnail impressions. Total views can include other discovery sources. The export does not isolate these sources, and the higher Spearman value does not establish a particular nonlinear relationship.</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Compare CTR within similar traffic sources when those data become available. Evaluate title and thumbnail ideas using appropriate tests instead of expecting a single CTR threshold to guarantee total reach.</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pic>
        <p:nvPicPr>
          <p:cNvPr id="206" name=""/>
          <p:cNvPicPr>
            <a:picLocks xmlns:a="http://schemas.openxmlformats.org/drawingml/2006/main" noChangeAspect="1"/>
          </p:cNvPicPr>
          <p:nvPr/>
        </p:nvPicPr>
        <p:blipFill>
          <a:blip xmlns:r="http://schemas.openxmlformats.org/officeDocument/2006/relationships" xmlns:a="http://schemas.openxmlformats.org/drawingml/2006/main" r:embed="R1b9b817b123d4fd9"/>
          <a:stretch xmlns:a="http://schemas.openxmlformats.org/drawingml/2006/main"/>
        </p:blipFill>
        <p:spPr>
          <a:xfrm xmlns:a="http://schemas.openxmlformats.org/drawingml/2006/main">
            <a:off x="977566" y="5067300"/>
            <a:ext cx="5817268" cy="2857500"/>
          </a:xfrm>
          <a:prstGeom xmlns:a="http://schemas.openxmlformats.org/drawingml/2006/main" prst="rect">
            <a:avLst/>
          </a:prstGeom>
        </p:spPr>
      </p:pic>
    </p:spTree>
    <p:extLst>
      <p:ext uri="{BB962C8B-B14F-4D97-AF65-F5344CB8AC3E}">
        <p14:creationId xmlns:p14="http://schemas.microsoft.com/office/powerpoint/2010/main" val="178595338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575" b="1">
                <a:solidFill>
                  <a:srgbClr val="202124"/>
                </a:solidFill>
                <a:latin typeface="Google Sans"/>
                <a:ea typeface="Google Sans"/>
                <a:cs typeface="Google Sans"/>
              </a:defRPr>
            </a:pPr>
            <a:r>
              <a:rPr sz="1575" b="1">
                <a:solidFill>
                  <a:srgbClr val="202124"/>
                </a:solidFill>
                <a:latin typeface="Google Sans"/>
                <a:ea typeface="Google Sans"/>
                <a:cs typeface="Google Sans"/>
              </a:rPr>
              <a:t>Reach and New Viewers Move Together</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755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Visual evidence from the project notebook · 10/13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Videos with greater total views generally report more new viewers. The association is strong in this export: Pearson is 0.872 and Spearman is 0.908. The plot also shows meaningful variation among videos with similar reach.</a:t>
            </a:r>
            <a:endParaRPr sz="1100">
              <a:solidFill>
                <a:schemeClr val="dk1"/>
              </a:solidFill>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most-viewed Short reports 3,352,263 views and 583,832 new viewers, making it visually distinct. A strong association between these two outcomes does not mean that increasing one independently causes the other.</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A sensitivity check excludes that one video temporarily. Pearson changes to 0.918 and Spearman to 0.907. The positive rank association remains nearly unchanged, so it does not depend solely on that observation. The primary analysis keeps all 346 videos.</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Review reach and new audience acquisition side by side. Study videos that attract more new viewers at comparable reach. Video-level viewer counts must not be summed and labeled as unique channel viewers.</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pic>
        <p:nvPicPr>
          <p:cNvPr id="206" name=""/>
          <p:cNvPicPr>
            <a:picLocks xmlns:a="http://schemas.openxmlformats.org/drawingml/2006/main" noChangeAspect="1"/>
          </p:cNvPicPr>
          <p:nvPr/>
        </p:nvPicPr>
        <p:blipFill>
          <a:blip xmlns:r="http://schemas.openxmlformats.org/officeDocument/2006/relationships" xmlns:a="http://schemas.openxmlformats.org/drawingml/2006/main" r:embed="R4ca9a9dad86b4aa5"/>
          <a:stretch xmlns:a="http://schemas.openxmlformats.org/drawingml/2006/main"/>
        </p:blipFill>
        <p:spPr>
          <a:xfrm xmlns:a="http://schemas.openxmlformats.org/drawingml/2006/main">
            <a:off x="983676" y="5067300"/>
            <a:ext cx="5805047" cy="2857500"/>
          </a:xfrm>
          <a:prstGeom xmlns:a="http://schemas.openxmlformats.org/drawingml/2006/main" prst="rect">
            <a:avLst/>
          </a:prstGeom>
        </p:spPr>
      </p:pic>
    </p:spTree>
    <p:extLst>
      <p:ext uri="{BB962C8B-B14F-4D97-AF65-F5344CB8AC3E}">
        <p14:creationId xmlns:p14="http://schemas.microsoft.com/office/powerpoint/2010/main" val="178595338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575" b="1">
                <a:solidFill>
                  <a:srgbClr val="202124"/>
                </a:solidFill>
                <a:latin typeface="Google Sans"/>
                <a:ea typeface="Google Sans"/>
                <a:cs typeface="Google Sans"/>
              </a:defRPr>
            </a:pPr>
            <a:r>
              <a:rPr sz="1575" b="1">
                <a:solidFill>
                  <a:srgbClr val="202124"/>
                </a:solidFill>
                <a:latin typeface="Google Sans"/>
                <a:ea typeface="Google Sans"/>
                <a:cs typeface="Google Sans"/>
              </a:rPr>
              <a:t>Higher Views Usually Accompany More Revenue</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755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Visual evidence from the project notebook · 8/13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Each point represents a Short. The scatter plot shows a clear upward pattern: videos with more views generally report higher estimated revenue. However, revenues differ among videos with comparable view counts.</a:t>
            </a:r>
            <a:endParaRPr sz="1100">
              <a:solidFill>
                <a:schemeClr val="dk1"/>
              </a:solidFill>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A visible exception near 762,000 views reports just USD 2.045. Another contrast is that the most-viewed video, with about 3.35 million views, reports roughly USD 153, while a video with about 2.94 million views reports roughly USD 185.</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Evaluate view volume and revenue per 1,000 views together. The aggregate dataset ratio is USD 0.055139 per 1,000 views. For the reviewed low-revenue exception, it is USD 0.002685. The chart does not identify the reason for that difference.</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Investigate the low-revenue record in source analytics and preserve it unless evidence supports a correction. Do not interpret estimated video revenue as supplement sales revenue.</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pic>
        <p:nvPicPr>
          <p:cNvPr id="206" name=""/>
          <p:cNvPicPr>
            <a:picLocks xmlns:a="http://schemas.openxmlformats.org/drawingml/2006/main" noChangeAspect="1"/>
          </p:cNvPicPr>
          <p:nvPr/>
        </p:nvPicPr>
        <p:blipFill>
          <a:blip xmlns:r="http://schemas.openxmlformats.org/officeDocument/2006/relationships" xmlns:a="http://schemas.openxmlformats.org/drawingml/2006/main" r:embed="R22b1f71f5ac84699"/>
          <a:stretch xmlns:a="http://schemas.openxmlformats.org/drawingml/2006/main"/>
        </p:blipFill>
        <p:spPr>
          <a:xfrm xmlns:a="http://schemas.openxmlformats.org/drawingml/2006/main">
            <a:off x="986678" y="5067300"/>
            <a:ext cx="5799044" cy="2857500"/>
          </a:xfrm>
          <a:prstGeom xmlns:a="http://schemas.openxmlformats.org/drawingml/2006/main" prst="rect">
            <a:avLst/>
          </a:prstGeom>
        </p:spPr>
      </p:pic>
    </p:spTree>
    <p:extLst>
      <p:ext uri="{BB962C8B-B14F-4D97-AF65-F5344CB8AC3E}">
        <p14:creationId xmlns:p14="http://schemas.microsoft.com/office/powerpoint/2010/main" val="178595338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575" b="1">
                <a:solidFill>
                  <a:srgbClr val="202124"/>
                </a:solidFill>
                <a:latin typeface="Google Sans"/>
                <a:ea typeface="Google Sans"/>
                <a:cs typeface="Google Sans"/>
              </a:defRPr>
            </a:pPr>
            <a:r>
              <a:rPr sz="1575" b="1">
                <a:solidFill>
                  <a:srgbClr val="202124"/>
                </a:solidFill>
                <a:latin typeface="Google Sans"/>
                <a:ea typeface="Google Sans"/>
                <a:cs typeface="Google Sans"/>
              </a:rPr>
              <a:t>Similar Medians, Different Duration Spreads</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755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Visual evidence from the project notebook · 6/13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The box plot compares video length for the 41 Shorts above the view threshold and the other 305 videos. Their median durations are close: 59 and 60 seconds. The other-video group has a visibly wider duration distribution.</a:t>
            </a:r>
            <a:endParaRPr sz="1100">
              <a:solidFill>
                <a:schemeClr val="dk1"/>
              </a:solidFill>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average-duration gap of 56.85 versus 66.77 seconds can suggest a simple shorter-is-better rule. The plot shows why that interpretation is incomplete: the central values overlap, and longer durations extend the other group’s upper tail.</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Read the line inside each box as the median and the box as the middle 50% of durations. Circles identify unusual durations within each group. Group membership itself comes from views, not duration.</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Use this comparison to motivate duration tests within similar topics and publication periods. The chart does not establish an optimal length or demonstrate that shorter videos cause greater reach.</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pic>
        <p:nvPicPr>
          <p:cNvPr id="206" name=""/>
          <p:cNvPicPr>
            <a:picLocks xmlns:a="http://schemas.openxmlformats.org/drawingml/2006/main" noChangeAspect="1"/>
          </p:cNvPicPr>
          <p:nvPr/>
        </p:nvPicPr>
        <p:blipFill>
          <a:blip xmlns:r="http://schemas.openxmlformats.org/officeDocument/2006/relationships" xmlns:a="http://schemas.openxmlformats.org/drawingml/2006/main" r:embed="Rf5d42b7a5c3d422b"/>
          <a:stretch xmlns:a="http://schemas.openxmlformats.org/drawingml/2006/main"/>
        </p:blipFill>
        <p:spPr>
          <a:xfrm xmlns:a="http://schemas.openxmlformats.org/drawingml/2006/main">
            <a:off x="998684" y="5067300"/>
            <a:ext cx="5775032" cy="2857500"/>
          </a:xfrm>
          <a:prstGeom xmlns:a="http://schemas.openxmlformats.org/drawingml/2006/main" prst="rect">
            <a:avLst/>
          </a:prstGeom>
        </p:spPr>
      </p:pic>
    </p:spTree>
    <p:extLst>
      <p:ext uri="{BB962C8B-B14F-4D97-AF65-F5344CB8AC3E}">
        <p14:creationId xmlns:p14="http://schemas.microsoft.com/office/powerpoint/2010/main" val="178595338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575" b="1">
                <a:solidFill>
                  <a:srgbClr val="202124"/>
                </a:solidFill>
                <a:latin typeface="Google Sans"/>
                <a:ea typeface="Google Sans"/>
                <a:cs typeface="Google Sans"/>
              </a:defRPr>
            </a:pPr>
            <a:r>
              <a:rPr sz="1575" b="1">
                <a:solidFill>
                  <a:srgbClr val="202124"/>
                </a:solidFill>
                <a:latin typeface="Google Sans"/>
                <a:ea typeface="Google Sans"/>
                <a:cs typeface="Google Sans"/>
              </a:rPr>
              <a:t>Views Are Unevenly Distributed</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755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Visual evidence from the project notebook · 4/13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Most exported Shorts sit at the lower end of the view distribution. A long right tail contains a small number of videos with much larger audiences. The red mean line lies to the right of the green median line.</a:t>
            </a:r>
            <a:endParaRPr sz="1100">
              <a:solidFill>
                <a:schemeClr val="dk1"/>
              </a:solidFill>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mean is approximately 347,235 views, while the median is approximately 156,379. The mean therefore does not describe the typical video well. A few exceptional results can conceal the performance of the majority.</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Use median views to describe typical performance and total views to describe overall reach. The 41 videos above 759,785.25 views account for 51.37% of exported views. The histogram provides context for this concentration.</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Show both mean and median in performance reviews. Review the high-view group alongside comparable peers before selecting ideas for content tests. All figures describe the exported video rows.</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pic>
        <p:nvPicPr>
          <p:cNvPr id="206" name=""/>
          <p:cNvPicPr>
            <a:picLocks xmlns:a="http://schemas.openxmlformats.org/drawingml/2006/main" noChangeAspect="1"/>
          </p:cNvPicPr>
          <p:nvPr/>
        </p:nvPicPr>
        <p:blipFill>
          <a:blip xmlns:r="http://schemas.openxmlformats.org/officeDocument/2006/relationships" xmlns:a="http://schemas.openxmlformats.org/drawingml/2006/main" r:embed="R04164ac65b6a4c59"/>
          <a:stretch xmlns:a="http://schemas.openxmlformats.org/drawingml/2006/main"/>
        </p:blipFill>
        <p:spPr>
          <a:xfrm xmlns:a="http://schemas.openxmlformats.org/drawingml/2006/main">
            <a:off x="983676" y="5067300"/>
            <a:ext cx="5805047" cy="2857500"/>
          </a:xfrm>
          <a:prstGeom xmlns:a="http://schemas.openxmlformats.org/drawingml/2006/main" prst="rect">
            <a:avLst/>
          </a:prstGeom>
        </p:spPr>
      </p:pic>
    </p:spTree>
    <p:extLst>
      <p:ext uri="{BB962C8B-B14F-4D97-AF65-F5344CB8AC3E}">
        <p14:creationId xmlns:p14="http://schemas.microsoft.com/office/powerpoint/2010/main" val="178595338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650" b="1">
                <a:solidFill>
                  <a:srgbClr val="202124"/>
                </a:solidFill>
                <a:latin typeface="Google Sans"/>
                <a:ea typeface="Google Sans"/>
                <a:cs typeface="Google Sans"/>
              </a:defRPr>
            </a:pPr>
            <a:r>
              <a:rPr sz="1650" b="1">
                <a:solidFill>
                  <a:srgbClr val="202124"/>
                </a:solidFill>
                <a:latin typeface="Google Sans"/>
                <a:ea typeface="Google Sans"/>
                <a:cs typeface="Google Sans"/>
              </a:rPr>
              <a:t>Proposed Decisions and Next Steps</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5455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Stakeholder actions and reporting priorities · 13/13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The findings support focused investigation and content tests. They do not establish a guaranteed formula for reach, an optimal duration, or a causal link between engagement metrics and views. Leadership can use this evidence to prioritize the next stage of work.</a:t>
            </a:r>
            <a:endParaRPr sz="1100">
              <a:solidFill>
                <a:schemeClr val="dk1"/>
              </a:solidFill>
              <a:latin typeface="Google Sans"/>
              <a:ea typeface="Google Sans"/>
              <a:cs typeface="Google Sans"/>
            </a:endParaRPr>
          </a:p>
        </p:txBody>
      </p:sp>
      <p:sp>
        <p:nvSpPr>
          <p:cNvPr id="190" name="Google Shape;190;p8">
            <a:extLst xmlns:a="http://schemas.openxmlformats.org/drawingml/2006/main">
              <a:ext uri="{FF2B5EF4-FFF2-40B4-BE49-F238E27FC236}">
                <a16:creationId xmlns:a16="http://schemas.microsoft.com/office/drawing/2014/main" id="{BDAD91DB-05B4-4716-9A52-60C229D909F4}"/>
              </a:ext>
            </a:extLst>
          </p:cNvPr>
          <p:cNvSpPr>
            <a:spLocks xmlns:a="http://schemas.openxmlformats.org/drawingml/2006/main" noGrp="1"/>
          </p:cNvSpPr>
          <p:nvPr/>
        </p:nvSpPr>
        <p:spPr>
          <a:xfrm xmlns:a="http://schemas.openxmlformats.org/drawingml/2006/main">
            <a:off x="335300" y="5029200"/>
            <a:ext cx="3865800" cy="8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Content team and editors: review topics, hooks and presentation. Design comparable variations and document the hypothesis before testing.</a:t>
            </a:r>
            <a:endParaRPr sz="1100" b="1">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Lifetime exposure differences and unresolved export coverage limit direct comparisons. The data do not contain the content features needed to explain topic or editing effects, and they do not link viewing behavior to supplement purchases.</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Propose a structured review of the 41 high-view videos and comparable peers. Capture content features, agree on evaluation windows, and investigate data exceptions. Build a dashboard using the validated exported-video metrics and clearly labeled limitations.</a:t>
            </a:r>
            <a:endParaRPr sz="1100">
              <a:latin typeface="Google Sans"/>
              <a:ea typeface="Google Sans"/>
              <a:cs typeface="Google Sans"/>
            </a:endParaRPr>
          </a:p>
        </p:txBody>
      </p:sp>
      <p:sp>
        <p:nvSpPr>
          <p:cNvPr id="193" name="Google Shape;193;p8">
            <a:extLst xmlns:a="http://schemas.openxmlformats.org/drawingml/2006/main">
              <a:ext uri="{FF2B5EF4-FFF2-40B4-BE49-F238E27FC236}">
                <a16:creationId xmlns:a16="http://schemas.microsoft.com/office/drawing/2014/main" id="{F6CF018A-AFCA-4F07-B95B-B2FE75E2665E}"/>
              </a:ext>
            </a:extLst>
          </p:cNvPr>
          <p:cNvSpPr>
            <a:spLocks xmlns:a="http://schemas.openxmlformats.org/drawingml/2006/main" noGrp="1"/>
          </p:cNvSpPr>
          <p:nvPr/>
        </p:nvSpPr>
        <p:spPr>
          <a:xfrm xmlns:a="http://schemas.openxmlformats.org/drawingml/2006/main">
            <a:off x="335300" y="5897975"/>
            <a:ext cx="38658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Analytics owner: reconcile the 18.06 million-view gap and investigate the low-revenue video. Preserve the source and document any correction.</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Confirm priorities and proposed owners before execution. Complete the Tableau dashboard and a concise data dictionary. If sales impact becomes a goal, plan a separate analysis with appropriately linked sales and attribution data.</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sp>
        <p:nvSpPr>
          <p:cNvPr id="197" name="Google Shape;197;p8">
            <a:extLst xmlns:a="http://schemas.openxmlformats.org/drawingml/2006/main">
              <a:ext uri="{FF2B5EF4-FFF2-40B4-BE49-F238E27FC236}">
                <a16:creationId xmlns:a16="http://schemas.microsoft.com/office/drawing/2014/main" id="{1C2D10E3-03F4-4D91-9EC1-9E8B23BB0BBF}"/>
              </a:ext>
            </a:extLst>
          </p:cNvPr>
          <p:cNvSpPr>
            <a:spLocks xmlns:a="http://schemas.openxmlformats.org/drawingml/2006/main" noGrp="1"/>
          </p:cNvSpPr>
          <p:nvPr/>
        </p:nvSpPr>
        <p:spPr>
          <a:xfrm xmlns:a="http://schemas.openxmlformats.org/drawingml/2006/main">
            <a:off x="335300" y="7151900"/>
            <a:ext cx="3676200" cy="9169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Leadership: select the priority outcome for each test, such as reach, new audience acquisition or estimated revenue. Agree on a measurement window.</a:t>
            </a:r>
            <a:endParaRPr sz="1100">
              <a:latin typeface="Google Sans"/>
              <a:ea typeface="Google Sans"/>
              <a:cs typeface="Google Sans"/>
            </a:endParaRPr>
          </a:p>
        </p:txBody>
      </p:sp>
      <p:sp>
        <p:nvSpPr>
          <p:cNvPr id="198" name="">
            <a:extLst xmlns:a="http://schemas.openxmlformats.org/drawingml/2006/main">
              <a:ext uri="{FF2B5EF4-FFF2-40B4-BE49-F238E27FC236}">
                <a16:creationId xmlns:a16="http://schemas.microsoft.com/office/drawing/2014/main" id="{4F633187-6417-4446-AABF-F968EF06E457}"/>
              </a:ext>
            </a:extLst>
          </p:cNvPr>
          <p:cNvSpPr>
            <a:spLocks xmlns:a="http://schemas.openxmlformats.org/drawingml/2006/main" noGrp="1"/>
          </p:cNvSpPr>
          <p:nvPr/>
        </p:nvSpPr>
        <p:spPr>
          <a:xfrm xmlns:a="http://schemas.openxmlformats.org/drawingml/2006/main">
            <a:off x="4314825" y="510540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DASHBOARD PRIORITIES</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Exported views and median views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Estimated revenue</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Revenue per 1,000 views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High-view group contribution</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Video-level new viewers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CTR and relative viewing time</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Filters: publication year and view group</a:t>
            </a:r>
          </a:p>
        </p:txBody>
      </p:sp>
    </p:spTree>
    <p:extLst>
      <p:ext uri="{BB962C8B-B14F-4D97-AF65-F5344CB8AC3E}">
        <p14:creationId xmlns:p14="http://schemas.microsoft.com/office/powerpoint/2010/main" val="178595338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650" b="1">
                <a:solidFill>
                  <a:srgbClr val="202124"/>
                </a:solidFill>
                <a:latin typeface="Google Sans"/>
                <a:ea typeface="Google Sans"/>
                <a:cs typeface="Google Sans"/>
              </a:defRPr>
            </a:pPr>
            <a:r>
              <a:rPr sz="1650" b="1">
                <a:solidFill>
                  <a:srgbClr val="202124"/>
                </a:solidFill>
                <a:latin typeface="Google Sans"/>
                <a:ea typeface="Google Sans"/>
                <a:cs typeface="Google Sans"/>
              </a:rPr>
              <a:t>Audience Growth and Engagement Signals</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5455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Associations with total views · 9/13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Reported new viewers are strongly associated with total views. Pearson correlation is 0.872 and Spearman is 0.908. This indicates that videos with greater reach tend to report more new viewers, but both are audience outcomes.</a:t>
            </a:r>
            <a:endParaRPr sz="1100">
              <a:solidFill>
                <a:schemeClr val="dk1"/>
              </a:solidFill>
              <a:latin typeface="Google Sans"/>
              <a:ea typeface="Google Sans"/>
              <a:cs typeface="Google Sans"/>
            </a:endParaRPr>
          </a:p>
        </p:txBody>
      </p:sp>
      <p:sp>
        <p:nvSpPr>
          <p:cNvPr id="190" name="Google Shape;190;p8">
            <a:extLst xmlns:a="http://schemas.openxmlformats.org/drawingml/2006/main">
              <a:ext uri="{FF2B5EF4-FFF2-40B4-BE49-F238E27FC236}">
                <a16:creationId xmlns:a16="http://schemas.microsoft.com/office/drawing/2014/main" id="{BDAD91DB-05B4-4716-9A52-60C229D909F4}"/>
              </a:ext>
            </a:extLst>
          </p:cNvPr>
          <p:cNvSpPr>
            <a:spLocks xmlns:a="http://schemas.openxmlformats.org/drawingml/2006/main" noGrp="1"/>
          </p:cNvSpPr>
          <p:nvPr/>
        </p:nvSpPr>
        <p:spPr>
          <a:xfrm xmlns:a="http://schemas.openxmlformats.org/drawingml/2006/main">
            <a:off x="335300" y="5029200"/>
            <a:ext cx="3865800" cy="9169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After excluding only the most-viewed video for a sensitivity check, new-viewer correlations are 0.918 and 0.907. The primary dataset still retains all videos.</a:t>
            </a:r>
            <a:endParaRPr sz="1100" b="1">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Impressions CTR and average viewing-duration percentage have weaker associations with total views. Neither provides a standalone success threshold. CTR concerns registered thumbnail impressions, while total views can include other discovery sources.</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Review acquisition, reach and engagement together. Distinguish linear association, measured by Pearson, from rank association, measured by Spearman. These coefficients do not identify causal drivers or quantify the effect of changing a video.</a:t>
            </a:r>
            <a:endParaRPr sz="1100">
              <a:latin typeface="Google Sans"/>
              <a:ea typeface="Google Sans"/>
              <a:cs typeface="Google Sans"/>
            </a:endParaRPr>
          </a:p>
        </p:txBody>
      </p:sp>
      <p:sp>
        <p:nvSpPr>
          <p:cNvPr id="193" name="Google Shape;193;p8">
            <a:extLst xmlns:a="http://schemas.openxmlformats.org/drawingml/2006/main">
              <a:ext uri="{FF2B5EF4-FFF2-40B4-BE49-F238E27FC236}">
                <a16:creationId xmlns:a16="http://schemas.microsoft.com/office/drawing/2014/main" id="{F6CF018A-AFCA-4F07-B95B-B2FE75E2665E}"/>
              </a:ext>
            </a:extLst>
          </p:cNvPr>
          <p:cNvSpPr>
            <a:spLocks xmlns:a="http://schemas.openxmlformats.org/drawingml/2006/main" noGrp="1"/>
          </p:cNvSpPr>
          <p:nvPr/>
        </p:nvSpPr>
        <p:spPr>
          <a:xfrm xmlns:a="http://schemas.openxmlformats.org/drawingml/2006/main">
            <a:off x="335300" y="5897975"/>
            <a:ext cx="38658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202 videos (58.38%) exceed 100% in derived viewing duration. The maximum, 244.44%, matches source times of 22 seconds for a 9-second video.</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dashboard should show new viewers alongside views, CTR and relative viewing time. Avoid presenting summed video-level viewers as a deduplicated channel audience. Keep the 244.44% record and explain its interpretation.</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sp>
        <p:nvSpPr>
          <p:cNvPr id="197" name="Google Shape;197;p8">
            <a:extLst xmlns:a="http://schemas.openxmlformats.org/drawingml/2006/main">
              <a:ext uri="{FF2B5EF4-FFF2-40B4-BE49-F238E27FC236}">
                <a16:creationId xmlns:a16="http://schemas.microsoft.com/office/drawing/2014/main" id="{1C2D10E3-03F4-4D91-9EC1-9E8B23BB0BBF}"/>
              </a:ext>
            </a:extLst>
          </p:cNvPr>
          <p:cNvSpPr>
            <a:spLocks xmlns:a="http://schemas.openxmlformats.org/drawingml/2006/main" noGrp="1"/>
          </p:cNvSpPr>
          <p:nvPr/>
        </p:nvSpPr>
        <p:spPr>
          <a:xfrm xmlns:a="http://schemas.openxmlformats.org/drawingml/2006/main">
            <a:off x="335300" y="7151900"/>
            <a:ext cx="3676200" cy="9169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A percentage above 100% is not a completion rate. Repeated viewing is a possible explanation, not a confirmed cause in this export.</a:t>
            </a:r>
            <a:endParaRPr sz="1100">
              <a:latin typeface="Google Sans"/>
              <a:ea typeface="Google Sans"/>
              <a:cs typeface="Google Sans"/>
            </a:endParaRPr>
          </a:p>
        </p:txBody>
      </p:sp>
      <p:sp>
        <p:nvSpPr>
          <p:cNvPr id="198" name="">
            <a:extLst xmlns:a="http://schemas.openxmlformats.org/drawingml/2006/main">
              <a:ext uri="{FF2B5EF4-FFF2-40B4-BE49-F238E27FC236}">
                <a16:creationId xmlns:a16="http://schemas.microsoft.com/office/drawing/2014/main" id="{E96C075B-E721-467F-8817-7AC237372978}"/>
              </a:ext>
            </a:extLst>
          </p:cNvPr>
          <p:cNvSpPr>
            <a:spLocks xmlns:a="http://schemas.openxmlformats.org/drawingml/2006/main" noGrp="1"/>
          </p:cNvSpPr>
          <p:nvPr/>
        </p:nvSpPr>
        <p:spPr>
          <a:xfrm xmlns:a="http://schemas.openxmlformats.org/drawingml/2006/main">
            <a:off x="4314825" y="510540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CORRELATIONS WITH VIEWS</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Pearson / Spearman</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New viewers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0.872 / 0.908</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Impressions CTR</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0.122 / 0.389</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Viewing-duration percentage</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0.256 / 0.308</a:t>
            </a:r>
          </a:p>
        </p:txBody>
      </p:sp>
    </p:spTree>
    <p:extLst>
      <p:ext uri="{BB962C8B-B14F-4D97-AF65-F5344CB8AC3E}">
        <p14:creationId xmlns:p14="http://schemas.microsoft.com/office/powerpoint/2010/main" val="178595338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650" b="1">
                <a:solidFill>
                  <a:srgbClr val="202124"/>
                </a:solidFill>
                <a:latin typeface="Google Sans"/>
                <a:ea typeface="Google Sans"/>
                <a:cs typeface="Google Sans"/>
              </a:defRPr>
            </a:pPr>
            <a:r>
              <a:rPr sz="1650" b="1">
                <a:solidFill>
                  <a:srgbClr val="202124"/>
                </a:solidFill>
                <a:latin typeface="Google Sans"/>
                <a:ea typeface="Google Sans"/>
                <a:cs typeface="Google Sans"/>
              </a:rPr>
              <a:t>Revenue Varies Beyond the Number of Views</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5455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Estimated revenue and an exception for review · 7/13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The exported videos generated approximately USD 6,624.59 from 120,143,235 views. Dividing total estimated revenue by total views and multiplying by 1,000 gives USD 0.055139 per 1,000 views for this dataset.</a:t>
            </a:r>
            <a:endParaRPr sz="1100">
              <a:solidFill>
                <a:schemeClr val="dk1"/>
              </a:solidFill>
              <a:latin typeface="Google Sans"/>
              <a:ea typeface="Google Sans"/>
              <a:cs typeface="Google Sans"/>
            </a:endParaRPr>
          </a:p>
        </p:txBody>
      </p:sp>
      <p:sp>
        <p:nvSpPr>
          <p:cNvPr id="190" name="Google Shape;190;p8">
            <a:extLst xmlns:a="http://schemas.openxmlformats.org/drawingml/2006/main">
              <a:ext uri="{FF2B5EF4-FFF2-40B4-BE49-F238E27FC236}">
                <a16:creationId xmlns:a16="http://schemas.microsoft.com/office/drawing/2014/main" id="{BDAD91DB-05B4-4716-9A52-60C229D909F4}"/>
              </a:ext>
            </a:extLst>
          </p:cNvPr>
          <p:cNvSpPr>
            <a:spLocks xmlns:a="http://schemas.openxmlformats.org/drawingml/2006/main" noGrp="1"/>
          </p:cNvSpPr>
          <p:nvPr/>
        </p:nvSpPr>
        <p:spPr>
          <a:xfrm xmlns:a="http://schemas.openxmlformats.org/drawingml/2006/main">
            <a:off x="335300" y="5029200"/>
            <a:ext cx="3865800" cy="8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mean video-level ratio is USD 0.054819 and the median is USD 0.053508. Each video has equal weight in these two summaries.</a:t>
            </a:r>
            <a:endParaRPr sz="1100" b="1">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One video reports 761,693 views but only USD 2.045 in estimated revenue. Its derived ratio is approximately USD 0.002685 per 1,000 views. The export alone does not explain the unusually low revenue relative to its reach.</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Use the ratio of total revenue to total views for aggregate reporting. Keep video-level ratios for individual comparisons. Investigate the exception in the source analytics instead of removing it or attributing it to a monetization issue without evidence.</a:t>
            </a:r>
            <a:endParaRPr sz="1100">
              <a:latin typeface="Google Sans"/>
              <a:ea typeface="Google Sans"/>
              <a:cs typeface="Google Sans"/>
            </a:endParaRPr>
          </a:p>
        </p:txBody>
      </p:sp>
      <p:sp>
        <p:nvSpPr>
          <p:cNvPr id="193" name="Google Shape;193;p8">
            <a:extLst xmlns:a="http://schemas.openxmlformats.org/drawingml/2006/main">
              <a:ext uri="{FF2B5EF4-FFF2-40B4-BE49-F238E27FC236}">
                <a16:creationId xmlns:a16="http://schemas.microsoft.com/office/drawing/2014/main" id="{F6CF018A-AFCA-4F07-B95B-B2FE75E2665E}"/>
              </a:ext>
            </a:extLst>
          </p:cNvPr>
          <p:cNvSpPr>
            <a:spLocks xmlns:a="http://schemas.openxmlformats.org/drawingml/2006/main" noGrp="1"/>
          </p:cNvSpPr>
          <p:nvPr/>
        </p:nvSpPr>
        <p:spPr>
          <a:xfrm xmlns:a="http://schemas.openxmlformats.org/drawingml/2006/main">
            <a:off x="335300" y="5897975"/>
            <a:ext cx="38658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aggregate ratio weights videos by their views. Recalculate it from revenue and view totals when dashboard filters change.</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analytics owner can review monetization status, time periods, audience and traffic information for the flagged revenue case. These are investigation areas, not established explanations. Supplement sales impact requires separate conversion data.</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sp>
        <p:nvSpPr>
          <p:cNvPr id="197" name="Google Shape;197;p8">
            <a:extLst xmlns:a="http://schemas.openxmlformats.org/drawingml/2006/main">
              <a:ext uri="{FF2B5EF4-FFF2-40B4-BE49-F238E27FC236}">
                <a16:creationId xmlns:a16="http://schemas.microsoft.com/office/drawing/2014/main" id="{1C2D10E3-03F4-4D91-9EC1-9E8B23BB0BBF}"/>
              </a:ext>
            </a:extLst>
          </p:cNvPr>
          <p:cNvSpPr>
            <a:spLocks xmlns:a="http://schemas.openxmlformats.org/drawingml/2006/main" noGrp="1"/>
          </p:cNvSpPr>
          <p:nvPr/>
        </p:nvSpPr>
        <p:spPr>
          <a:xfrm xmlns:a="http://schemas.openxmlformats.org/drawingml/2006/main">
            <a:off x="335300" y="7151900"/>
            <a:ext cx="3676200" cy="8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minimum video-level ratio is about USD 0.0027 and the maximum is USD 0.1244. This derived measure is not official Shorts RPM.</a:t>
            </a:r>
            <a:endParaRPr sz="1100">
              <a:latin typeface="Google Sans"/>
              <a:ea typeface="Google Sans"/>
              <a:cs typeface="Google Sans"/>
            </a:endParaRPr>
          </a:p>
        </p:txBody>
      </p:sp>
      <p:sp>
        <p:nvSpPr>
          <p:cNvPr id="198" name="">
            <a:extLst xmlns:a="http://schemas.openxmlformats.org/drawingml/2006/main">
              <a:ext uri="{FF2B5EF4-FFF2-40B4-BE49-F238E27FC236}">
                <a16:creationId xmlns:a16="http://schemas.microsoft.com/office/drawing/2014/main" id="{AF939B8C-88D7-414D-8FFA-4E41B84DE6CD}"/>
              </a:ext>
            </a:extLst>
          </p:cNvPr>
          <p:cNvSpPr>
            <a:spLocks xmlns:a="http://schemas.openxmlformats.org/drawingml/2006/main" noGrp="1"/>
          </p:cNvSpPr>
          <p:nvPr/>
        </p:nvSpPr>
        <p:spPr>
          <a:xfrm xmlns:a="http://schemas.openxmlformats.org/drawingml/2006/main">
            <a:off x="4314825" y="510540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VIDEO FOR REVIEW</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“Para que Sirve la Cola de Caballo”</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Published February 5, 2024</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Duration: 60 seconds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Views: 761,693</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Revenue: USD 2.045</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USD 0.002685 per 1,000 views</a:t>
            </a:r>
          </a:p>
        </p:txBody>
      </p:sp>
    </p:spTree>
    <p:extLst>
      <p:ext uri="{BB962C8B-B14F-4D97-AF65-F5344CB8AC3E}">
        <p14:creationId xmlns:p14="http://schemas.microsoft.com/office/powerpoint/2010/main" val="178595338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650" b="1">
                <a:solidFill>
                  <a:srgbClr val="202124"/>
                </a:solidFill>
                <a:latin typeface="Google Sans"/>
                <a:ea typeface="Google Sans"/>
                <a:cs typeface="Google Sans"/>
              </a:defRPr>
            </a:pPr>
            <a:r>
              <a:rPr sz="1650" b="1">
                <a:solidFill>
                  <a:srgbClr val="202124"/>
                </a:solidFill>
                <a:latin typeface="Google Sans"/>
                <a:ea typeface="Google Sans"/>
                <a:cs typeface="Google Sans"/>
              </a:rPr>
              <a:t>Duration Does Not Establish an Optimal Length</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5455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Video duration and publication cohorts · 5/13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Videos above the view threshold have a mean duration of 56.85 seconds, compared with 66.77 seconds for other videos. However, their median durations are nearly identical at 59 and 60 seconds. The difference in means is not a universal rule.</a:t>
            </a:r>
            <a:endParaRPr sz="1100">
              <a:solidFill>
                <a:schemeClr val="dk1"/>
              </a:solidFill>
              <a:latin typeface="Google Sans"/>
              <a:ea typeface="Google Sans"/>
              <a:cs typeface="Google Sans"/>
            </a:endParaRPr>
          </a:p>
        </p:txBody>
      </p:sp>
      <p:sp>
        <p:nvSpPr>
          <p:cNvPr id="190" name="Google Shape;190;p8">
            <a:extLst xmlns:a="http://schemas.openxmlformats.org/drawingml/2006/main">
              <a:ext uri="{FF2B5EF4-FFF2-40B4-BE49-F238E27FC236}">
                <a16:creationId xmlns:a16="http://schemas.microsoft.com/office/drawing/2014/main" id="{BDAD91DB-05B4-4716-9A52-60C229D909F4}"/>
              </a:ext>
            </a:extLst>
          </p:cNvPr>
          <p:cNvSpPr>
            <a:spLocks xmlns:a="http://schemas.openxmlformats.org/drawingml/2006/main" noGrp="1"/>
          </p:cNvSpPr>
          <p:nvPr/>
        </p:nvSpPr>
        <p:spPr>
          <a:xfrm xmlns:a="http://schemas.openxmlformats.org/drawingml/2006/main">
            <a:off x="335300" y="5029200"/>
            <a:ext cx="3865800" cy="8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In 2023, flagged and other videos average 55.30 and 56.20 seconds. In 2024, they average 59.61 and 58.82 seconds.</a:t>
            </a:r>
            <a:endParaRPr sz="1100" b="1">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A recommendation to shorten every video would overlook the duration distribution and changes across publication years. The group difference is small in 2023 and reverses slightly in 2024, while the gaps are larger in 2025 and 2026.</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Compare duration within publication cohorts and comparable content. Track both average seconds watched and the percentage of video length watched. Treat possible duration effects as hypotheses requiring controlled or carefully matched comparisons.</a:t>
            </a:r>
            <a:endParaRPr sz="1100">
              <a:latin typeface="Google Sans"/>
              <a:ea typeface="Google Sans"/>
              <a:cs typeface="Google Sans"/>
            </a:endParaRPr>
          </a:p>
        </p:txBody>
      </p:sp>
      <p:sp>
        <p:nvSpPr>
          <p:cNvPr id="193" name="Google Shape;193;p8">
            <a:extLst xmlns:a="http://schemas.openxmlformats.org/drawingml/2006/main">
              <a:ext uri="{FF2B5EF4-FFF2-40B4-BE49-F238E27FC236}">
                <a16:creationId xmlns:a16="http://schemas.microsoft.com/office/drawing/2014/main" id="{F6CF018A-AFCA-4F07-B95B-B2FE75E2665E}"/>
              </a:ext>
            </a:extLst>
          </p:cNvPr>
          <p:cNvSpPr>
            <a:spLocks xmlns:a="http://schemas.openxmlformats.org/drawingml/2006/main" noGrp="1"/>
          </p:cNvSpPr>
          <p:nvPr/>
        </p:nvSpPr>
        <p:spPr>
          <a:xfrm xmlns:a="http://schemas.openxmlformats.org/drawingml/2006/main">
            <a:off x="335300" y="5897975"/>
            <a:ext cx="38658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In 2025, the means are 53.88 versus 67.06 seconds. In 2026, they are 54.80 versus 80.40 seconds.</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Editors can prepare duration variations for comparable topics while preserving the core message. Evaluate views and viewing time after the same number of days. This analysis does not establish a recommended universal length.</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sp>
        <p:nvSpPr>
          <p:cNvPr id="197" name="Google Shape;197;p8">
            <a:extLst xmlns:a="http://schemas.openxmlformats.org/drawingml/2006/main">
              <a:ext uri="{FF2B5EF4-FFF2-40B4-BE49-F238E27FC236}">
                <a16:creationId xmlns:a16="http://schemas.microsoft.com/office/drawing/2014/main" id="{1C2D10E3-03F4-4D91-9EC1-9E8B23BB0BBF}"/>
              </a:ext>
            </a:extLst>
          </p:cNvPr>
          <p:cNvSpPr>
            <a:spLocks xmlns:a="http://schemas.openxmlformats.org/drawingml/2006/main" noGrp="1"/>
          </p:cNvSpPr>
          <p:nvPr/>
        </p:nvSpPr>
        <p:spPr>
          <a:xfrm xmlns:a="http://schemas.openxmlformats.org/drawingml/2006/main">
            <a:off x="335300" y="7151900"/>
            <a:ext cx="3676200" cy="8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recent flagged groups contain only eight and five videos. These small groups limit how broadly their patterns can be generalized.</a:t>
            </a:r>
            <a:endParaRPr sz="1100">
              <a:latin typeface="Google Sans"/>
              <a:ea typeface="Google Sans"/>
              <a:cs typeface="Google Sans"/>
            </a:endParaRPr>
          </a:p>
        </p:txBody>
      </p:sp>
      <p:sp>
        <p:nvSpPr>
          <p:cNvPr id="198" name="">
            <a:extLst xmlns:a="http://schemas.openxmlformats.org/drawingml/2006/main">
              <a:ext uri="{FF2B5EF4-FFF2-40B4-BE49-F238E27FC236}">
                <a16:creationId xmlns:a16="http://schemas.microsoft.com/office/drawing/2014/main" id="{3C27A66A-5C1F-4F04-B251-9F73902161B7}"/>
              </a:ext>
            </a:extLst>
          </p:cNvPr>
          <p:cNvSpPr>
            <a:spLocks xmlns:a="http://schemas.openxmlformats.org/drawingml/2006/main" noGrp="1"/>
          </p:cNvSpPr>
          <p:nvPr/>
        </p:nvSpPr>
        <p:spPr>
          <a:xfrm xmlns:a="http://schemas.openxmlformats.org/drawingml/2006/main">
            <a:off x="4314825" y="510540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DURATION COMPARISON</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Above view threshold</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41 videos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Mean: 56.85 seconds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Median: 59 seconds</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Other videos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305 videos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Mean: 66.77 seconds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Median: 60 seconds</a:t>
            </a:r>
          </a:p>
        </p:txBody>
      </p:sp>
    </p:spTree>
    <p:extLst>
      <p:ext uri="{BB962C8B-B14F-4D97-AF65-F5344CB8AC3E}">
        <p14:creationId xmlns:p14="http://schemas.microsoft.com/office/powerpoint/2010/main" val="178595338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650" b="1">
                <a:solidFill>
                  <a:srgbClr val="202124"/>
                </a:solidFill>
                <a:latin typeface="Google Sans"/>
                <a:ea typeface="Google Sans"/>
                <a:cs typeface="Google Sans"/>
              </a:defRPr>
            </a:pPr>
            <a:r>
              <a:rPr sz="1650" b="1">
                <a:solidFill>
                  <a:srgbClr val="202124"/>
                </a:solidFill>
                <a:latin typeface="Google Sans"/>
                <a:ea typeface="Google Sans"/>
                <a:cs typeface="Google Sans"/>
              </a:rPr>
              <a:t>A Small Group Concentrates Most Views</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5455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Reach concentration and publication year · 3/13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The view distribution is strongly skewed toward a small number of highly viewed Shorts. The upper IQR threshold is 759,785.25 views. Forty-one videos exceed that threshold and contribute 51.37% of all views in the exported video rows.</a:t>
            </a:r>
            <a:endParaRPr sz="1100">
              <a:solidFill>
                <a:schemeClr val="dk1"/>
              </a:solidFill>
              <a:latin typeface="Google Sans"/>
              <a:ea typeface="Google Sans"/>
              <a:cs typeface="Google Sans"/>
            </a:endParaRPr>
          </a:p>
        </p:txBody>
      </p:sp>
      <p:sp>
        <p:nvSpPr>
          <p:cNvPr id="190" name="Google Shape;190;p8">
            <a:extLst xmlns:a="http://schemas.openxmlformats.org/drawingml/2006/main">
              <a:ext uri="{FF2B5EF4-FFF2-40B4-BE49-F238E27FC236}">
                <a16:creationId xmlns:a16="http://schemas.microsoft.com/office/drawing/2014/main" id="{BDAD91DB-05B4-4716-9A52-60C229D909F4}"/>
              </a:ext>
            </a:extLst>
          </p:cNvPr>
          <p:cNvSpPr>
            <a:spLocks xmlns:a="http://schemas.openxmlformats.org/drawingml/2006/main" noGrp="1"/>
          </p:cNvSpPr>
          <p:nvPr/>
        </p:nvSpPr>
        <p:spPr>
          <a:xfrm xmlns:a="http://schemas.openxmlformats.org/drawingml/2006/main">
            <a:off x="335300" y="5029200"/>
            <a:ext cx="3865800" cy="8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2024 has the highest flagged share: 18 of 52 videos, or 34.62%. This describes that publication cohort, not a causal year effect.</a:t>
            </a:r>
            <a:endParaRPr sz="1100" b="1">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mean view count of approximately 347,235 exceeds the median of 156,379. Using the mean alone can overstate the performance of a typical video. The flagged group also differs in size across publication years.</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Report median views alongside total views and the share generated by the flagged group. Use the IQR threshold as a descriptive screening rule. Review flagged videos and comparable lower-viewed videos to identify ideas for prospective testing.</a:t>
            </a:r>
            <a:endParaRPr sz="1100">
              <a:latin typeface="Google Sans"/>
              <a:ea typeface="Google Sans"/>
              <a:cs typeface="Google Sans"/>
            </a:endParaRPr>
          </a:p>
        </p:txBody>
      </p:sp>
      <p:sp>
        <p:nvSpPr>
          <p:cNvPr id="193" name="Google Shape;193;p8">
            <a:extLst xmlns:a="http://schemas.openxmlformats.org/drawingml/2006/main">
              <a:ext uri="{FF2B5EF4-FFF2-40B4-BE49-F238E27FC236}">
                <a16:creationId xmlns:a16="http://schemas.microsoft.com/office/drawing/2014/main" id="{F6CF018A-AFCA-4F07-B95B-B2FE75E2665E}"/>
              </a:ext>
            </a:extLst>
          </p:cNvPr>
          <p:cNvSpPr>
            <a:spLocks xmlns:a="http://schemas.openxmlformats.org/drawingml/2006/main" noGrp="1"/>
          </p:cNvSpPr>
          <p:nvPr/>
        </p:nvSpPr>
        <p:spPr>
          <a:xfrm xmlns:a="http://schemas.openxmlformats.org/drawingml/2006/main">
            <a:off x="335300" y="5897975"/>
            <a:ext cx="38658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other flagged shares are 15.15% for 2023, 4.91% for 2025 and 7.69% for 2026.</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content team can compare topics, openings and presentation within similar publication periods. Record these features before drawing conclusions, then test promising ideas using equal evaluation windows.</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sp>
        <p:nvSpPr>
          <p:cNvPr id="197" name="Google Shape;197;p8">
            <a:extLst xmlns:a="http://schemas.openxmlformats.org/drawingml/2006/main">
              <a:ext uri="{FF2B5EF4-FFF2-40B4-BE49-F238E27FC236}">
                <a16:creationId xmlns:a16="http://schemas.microsoft.com/office/drawing/2014/main" id="{1C2D10E3-03F4-4D91-9EC1-9E8B23BB0BBF}"/>
              </a:ext>
            </a:extLst>
          </p:cNvPr>
          <p:cNvSpPr>
            <a:spLocks xmlns:a="http://schemas.openxmlformats.org/drawingml/2006/main" noGrp="1"/>
          </p:cNvSpPr>
          <p:nvPr/>
        </p:nvSpPr>
        <p:spPr>
          <a:xfrm xmlns:a="http://schemas.openxmlformats.org/drawingml/2006/main">
            <a:off x="335300" y="7151900"/>
            <a:ext cx="3676200" cy="8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A high-view outlier is not automatically a data error. All 41 flagged videos remain in the primary analysis.</a:t>
            </a:r>
            <a:endParaRPr sz="1100">
              <a:latin typeface="Google Sans"/>
              <a:ea typeface="Google Sans"/>
              <a:cs typeface="Google Sans"/>
            </a:endParaRPr>
          </a:p>
        </p:txBody>
      </p:sp>
      <p:sp>
        <p:nvSpPr>
          <p:cNvPr id="198" name="">
            <a:extLst xmlns:a="http://schemas.openxmlformats.org/drawingml/2006/main">
              <a:ext uri="{FF2B5EF4-FFF2-40B4-BE49-F238E27FC236}">
                <a16:creationId xmlns:a16="http://schemas.microsoft.com/office/drawing/2014/main" id="{1815F4F9-0389-45BC-9764-A0907A3A5B77}"/>
              </a:ext>
            </a:extLst>
          </p:cNvPr>
          <p:cNvSpPr>
            <a:spLocks xmlns:a="http://schemas.openxmlformats.org/drawingml/2006/main" noGrp="1"/>
          </p:cNvSpPr>
          <p:nvPr/>
        </p:nvSpPr>
        <p:spPr>
          <a:xfrm xmlns:a="http://schemas.openxmlformats.org/drawingml/2006/main">
            <a:off x="4314825" y="510540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ABOVE THE VIEW THRESHOLD</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2023: 10 of 66 videos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2024: 18 of 52 videos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2025: 8 of 163 videos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2026: 5 of 65 videos</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Total: 41 of 346</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11.85% of videos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51.37% of views</a:t>
            </a:r>
          </a:p>
        </p:txBody>
      </p:sp>
    </p:spTree>
    <p:extLst>
      <p:ext uri="{BB962C8B-B14F-4D97-AF65-F5344CB8AC3E}">
        <p14:creationId xmlns:p14="http://schemas.microsoft.com/office/powerpoint/2010/main" val="178595338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95000"/>
              </a:lnSpc>
              <a:spcBef>
                <a:spcPts val="0"/>
              </a:spcBef>
              <a:spcAft>
                <a:spcPts val="0"/>
              </a:spcAft>
              <a:buClr>
                <a:schemeClr val="dk1"/>
              </a:buClr>
              <a:buSzPts val="1100"/>
              <a:buFont typeface="Arial"/>
              <a:buNone/>
              <a:defRPr sz="1650" b="1">
                <a:solidFill>
                  <a:srgbClr val="202124"/>
                </a:solidFill>
                <a:latin typeface="Google Sans"/>
                <a:ea typeface="Google Sans"/>
                <a:cs typeface="Google Sans"/>
              </a:defRPr>
            </a:pPr>
            <a:r>
              <a:rPr sz="1650" b="1">
                <a:solidFill>
                  <a:srgbClr val="202124"/>
                </a:solidFill>
                <a:latin typeface="Google Sans"/>
                <a:ea typeface="Google Sans"/>
                <a:cs typeface="Google Sans"/>
              </a:rPr>
              <a:t>Data Scope and Confidence in the Findings</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5455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Data coverage and interpretation · 2/13</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The analysis retains 346 individual videos after separating the summary row from the video records. The cleaned dataset has no missing values or duplicate video IDs in the checks reported in the notebook. These checks support consistent analysis of the exported rows.</a:t>
            </a:r>
            <a:endParaRPr sz="1100">
              <a:solidFill>
                <a:schemeClr val="dk1"/>
              </a:solidFill>
              <a:latin typeface="Google Sans"/>
              <a:ea typeface="Google Sans"/>
              <a:cs typeface="Google Sans"/>
            </a:endParaRPr>
          </a:p>
        </p:txBody>
      </p:sp>
      <p:sp>
        <p:nvSpPr>
          <p:cNvPr id="190" name="Google Shape;190;p8">
            <a:extLst xmlns:a="http://schemas.openxmlformats.org/drawingml/2006/main">
              <a:ext uri="{FF2B5EF4-FFF2-40B4-BE49-F238E27FC236}">
                <a16:creationId xmlns:a16="http://schemas.microsoft.com/office/drawing/2014/main" id="{BDAD91DB-05B4-4716-9A52-60C229D909F4}"/>
              </a:ext>
            </a:extLst>
          </p:cNvPr>
          <p:cNvSpPr>
            <a:spLocks xmlns:a="http://schemas.openxmlformats.org/drawingml/2006/main" noGrp="1"/>
          </p:cNvSpPr>
          <p:nvPr/>
        </p:nvSpPr>
        <p:spPr>
          <a:xfrm xmlns:a="http://schemas.openxmlformats.org/drawingml/2006/main">
            <a:off x="335300" y="5029200"/>
            <a:ext cx="3865800" cy="8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Coverage: video rows account for 86.93% of summary views. The remaining 13.07% is an unresolved reconciliation difference.</a:t>
            </a:r>
            <a:endParaRPr sz="1100" b="1">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summary reports 138,204,991 views, whereas the individual video rows sum to 120,143,235. The difference is 18,061,756 views. The available evidence does not establish the cause, so findings must remain scoped to the exported videos.</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Separate summary totals from row-level totals in reporting. Treat the export as a historical snapshot and document the difference explicitly. Review filters, export settings and included content with the source owner before describing the dataset as complete.</a:t>
            </a:r>
            <a:endParaRPr sz="1100">
              <a:latin typeface="Google Sans"/>
              <a:ea typeface="Google Sans"/>
              <a:cs typeface="Google Sans"/>
            </a:endParaRPr>
          </a:p>
        </p:txBody>
      </p:sp>
      <p:sp>
        <p:nvSpPr>
          <p:cNvPr id="193" name="Google Shape;193;p8">
            <a:extLst xmlns:a="http://schemas.openxmlformats.org/drawingml/2006/main">
              <a:ext uri="{FF2B5EF4-FFF2-40B4-BE49-F238E27FC236}">
                <a16:creationId xmlns:a16="http://schemas.microsoft.com/office/drawing/2014/main" id="{F6CF018A-AFCA-4F07-B95B-B2FE75E2665E}"/>
              </a:ext>
            </a:extLst>
          </p:cNvPr>
          <p:cNvSpPr>
            <a:spLocks xmlns:a="http://schemas.openxmlformats.org/drawingml/2006/main" noGrp="1"/>
          </p:cNvSpPr>
          <p:nvPr/>
        </p:nvSpPr>
        <p:spPr>
          <a:xfrm xmlns:a="http://schemas.openxmlformats.org/drawingml/2006/main">
            <a:off x="335300" y="5897975"/>
            <a:ext cx="38658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Time scope: the Totales sheet runs from December 11, 2015 to May 24, 2026. This does not mean the exported Shorts were published throughout that interval.</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Ask the analytics owner to reconcile summary and video totals. Label all dashboard totals as exported-video totals. For future content tests, collect metrics at a consistent age after publication.</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sp>
        <p:nvSpPr>
          <p:cNvPr id="197" name="Google Shape;197;p8">
            <a:extLst xmlns:a="http://schemas.openxmlformats.org/drawingml/2006/main">
              <a:ext uri="{FF2B5EF4-FFF2-40B4-BE49-F238E27FC236}">
                <a16:creationId xmlns:a16="http://schemas.microsoft.com/office/drawing/2014/main" id="{1C2D10E3-03F4-4D91-9EC1-9E8B23BB0BBF}"/>
              </a:ext>
            </a:extLst>
          </p:cNvPr>
          <p:cNvSpPr>
            <a:spLocks xmlns:a="http://schemas.openxmlformats.org/drawingml/2006/main" noGrp="1"/>
          </p:cNvSpPr>
          <p:nvPr/>
        </p:nvSpPr>
        <p:spPr>
          <a:xfrm xmlns:a="http://schemas.openxmlformats.org/drawingml/2006/main">
            <a:off x="335300" y="7151900"/>
            <a:ext cx="3676200" cy="9169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298450" algn="l">
              <a:spcBef>
                <a:spcPts val="0"/>
              </a:spcBef>
              <a:spcAft>
                <a:spcPts val="500"/>
              </a:spcAft>
              <a:buClr>
                <a:schemeClr val="dk1"/>
              </a:buClr>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Unequal exposure: lifetime totals give older videos more time to accumulate views. Publication-year comparisons use unequal observation windows.</a:t>
            </a:r>
            <a:endParaRPr sz="1100">
              <a:latin typeface="Google Sans"/>
              <a:ea typeface="Google Sans"/>
              <a:cs typeface="Google Sans"/>
            </a:endParaRPr>
          </a:p>
        </p:txBody>
      </p:sp>
      <p:sp>
        <p:nvSpPr>
          <p:cNvPr id="198" name="">
            <a:extLst xmlns:a="http://schemas.openxmlformats.org/drawingml/2006/main">
              <a:ext uri="{FF2B5EF4-FFF2-40B4-BE49-F238E27FC236}">
                <a16:creationId xmlns:a16="http://schemas.microsoft.com/office/drawing/2014/main" id="{46FBBE46-46BA-4018-AA80-EF1372F8A2D5}"/>
              </a:ext>
            </a:extLst>
          </p:cNvPr>
          <p:cNvSpPr>
            <a:spLocks xmlns:a="http://schemas.openxmlformats.org/drawingml/2006/main" noGrp="1"/>
          </p:cNvSpPr>
          <p:nvPr/>
        </p:nvSpPr>
        <p:spPr>
          <a:xfrm xmlns:a="http://schemas.openxmlformats.org/drawingml/2006/main">
            <a:off x="4314825" y="510540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RECONCILIATION</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Summary views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138,204,991</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Exported video views</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120,143,235</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Difference</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18,061,756</a:t>
            </a:r>
          </a:p>
          <a:p xmlns:a="http://schemas.openxmlformats.org/drawingml/2006/main">
            <a:r>
              <a:t/>
            </a:r>
          </a:p>
          <a:p xmlns:a="http://schemas.openxmlformats.org/drawingml/2006/main">
            <a:pPr>
              <a:buNone/>
              <a:defRPr sz="1200">
                <a:solidFill>
                  <a:srgbClr val="174EA6"/>
                </a:solidFill>
                <a:latin typeface="Google Sans"/>
                <a:ea typeface="Google Sans"/>
                <a:cs typeface="Google Sans"/>
              </a:defRPr>
            </a:pPr>
            <a:r>
              <a:rPr sz="1200">
                <a:solidFill>
                  <a:srgbClr val="174EA6"/>
                </a:solidFill>
                <a:latin typeface="Google Sans"/>
                <a:ea typeface="Google Sans"/>
                <a:cs typeface="Google Sans"/>
              </a:rPr>
              <a:t>Cause remains unresolved</a:t>
            </a:r>
          </a:p>
        </p:txBody>
      </p:sp>
    </p:spTree>
    <p:extLst>
      <p:ext uri="{BB962C8B-B14F-4D97-AF65-F5344CB8AC3E}">
        <p14:creationId xmlns:p14="http://schemas.microsoft.com/office/powerpoint/2010/main" val="1785953380"/>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2026-09-21T19:28:09.7820000Z</dcterms:created>
  <dcterms:modified xsi:type="dcterms:W3CDTF">2026-09-21T19:28:09.7820000Z</dcterms:modified>
</coreProperties>
</file>