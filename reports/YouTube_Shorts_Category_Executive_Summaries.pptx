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62da9e55ee4892" /><Relationship Type="http://schemas.openxmlformats.org/officeDocument/2006/relationships/extended-properties" Target="/docProps/app.xml" Id="R3103b0b475fe4d86" /><Relationship Type="http://schemas.openxmlformats.org/officeDocument/2006/relationships/officeDocument" Target="/ppt/presentation.xml" Id="Re071c69dd7d2404f"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451bc2cad1d44cca"/>
  </p:sldMasterIdLst>
  <p:notesMasterIdLst>
    <p:notesMasterId xmlns:r="http://schemas.openxmlformats.org/officeDocument/2006/relationships" r:id="Re6decb1955344cbe"/>
  </p:notesMasterIdLst>
  <p:sldIdLst>
    <p:sldId xmlns:r="http://schemas.openxmlformats.org/officeDocument/2006/relationships" id="256" r:id="R7a4239a819f744c7"/>
    <p:sldId xmlns:r="http://schemas.openxmlformats.org/officeDocument/2006/relationships" id="260" r:id="Rf84fef3008ec4ee2"/>
    <p:sldId xmlns:r="http://schemas.openxmlformats.org/officeDocument/2006/relationships" id="259" r:id="R868bc184c71e42e5"/>
    <p:sldId xmlns:r="http://schemas.openxmlformats.org/officeDocument/2006/relationships" id="258" r:id="Rfb9a4e642e134547"/>
    <p:sldId xmlns:r="http://schemas.openxmlformats.org/officeDocument/2006/relationships" id="257" r:id="Rd9da83f4bd8c4f2f"/>
  </p:sldIdLst>
  <p:sldSz cx="7772400" cy="10058400"/>
  <p:notesSz cx="6858000" cy="9144000"/>
  <p:embeddedFontLst>
    <p:embeddedFont>
      <p:font typeface="Google Sans SemiBold"/>
      <p:regular xmlns:r="http://schemas.openxmlformats.org/officeDocument/2006/relationships" r:id="Rd7309e05f9a743e0"/>
      <p:bold xmlns:r="http://schemas.openxmlformats.org/officeDocument/2006/relationships" r:id="Rab07592f432a47ba"/>
      <p:italic xmlns:r="http://schemas.openxmlformats.org/officeDocument/2006/relationships" r:id="R145e638941b04e17"/>
      <p:boldItalic xmlns:r="http://schemas.openxmlformats.org/officeDocument/2006/relationships" r:id="R7693dffb1c574415"/>
    </p:embeddedFont>
    <p:embeddedFont>
      <p:font typeface="Roboto"/>
      <p:regular xmlns:r="http://schemas.openxmlformats.org/officeDocument/2006/relationships" r:id="R41d0862dee9f4785"/>
      <p:bold xmlns:r="http://schemas.openxmlformats.org/officeDocument/2006/relationships" r:id="Rae4bcb143f8c4a7a"/>
      <p:italic xmlns:r="http://schemas.openxmlformats.org/officeDocument/2006/relationships" r:id="Rccaea1f750ef4b24"/>
      <p:boldItalic xmlns:r="http://schemas.openxmlformats.org/officeDocument/2006/relationships" r:id="R41fe603fe29647c9"/>
    </p:embeddedFont>
    <p:embeddedFont>
      <p:font typeface="PT Sans Narrow"/>
      <p:regular xmlns:r="http://schemas.openxmlformats.org/officeDocument/2006/relationships" r:id="Ra01e552494c745ea"/>
      <p:bold xmlns:r="http://schemas.openxmlformats.org/officeDocument/2006/relationships" r:id="R28d394927bdd45c7"/>
    </p:embeddedFont>
    <p:embeddedFont>
      <p:font typeface="Lato"/>
      <p:regular xmlns:r="http://schemas.openxmlformats.org/officeDocument/2006/relationships" r:id="R80c382bedd354281"/>
      <p:bold xmlns:r="http://schemas.openxmlformats.org/officeDocument/2006/relationships" r:id="Rf5055072207d46e4"/>
      <p:italic xmlns:r="http://schemas.openxmlformats.org/officeDocument/2006/relationships" r:id="R59d3a13baab943d3"/>
      <p:boldItalic xmlns:r="http://schemas.openxmlformats.org/officeDocument/2006/relationships" r:id="R74475b8f9732464c"/>
    </p:embeddedFont>
    <p:embeddedFont>
      <p:font typeface="Google Sans"/>
      <p:regular xmlns:r="http://schemas.openxmlformats.org/officeDocument/2006/relationships" r:id="R4460bdc2f4224565"/>
      <p:bold xmlns:r="http://schemas.openxmlformats.org/officeDocument/2006/relationships" r:id="R217a37cef4114d81"/>
      <p:italic xmlns:r="http://schemas.openxmlformats.org/officeDocument/2006/relationships" r:id="Rf19397c99314414a"/>
      <p:boldItalic xmlns:r="http://schemas.openxmlformats.org/officeDocument/2006/relationships" r:id="R62ced531d193488b"/>
    </p:embeddedFont>
    <p:embeddedFont>
      <p:font typeface="Work Sans"/>
      <p:regular xmlns:r="http://schemas.openxmlformats.org/officeDocument/2006/relationships" r:id="Rc5b2df8dfd4e4653"/>
      <p:bold xmlns:r="http://schemas.openxmlformats.org/officeDocument/2006/relationships" r:id="R0ef5ca9c65034b16"/>
      <p:italic xmlns:r="http://schemas.openxmlformats.org/officeDocument/2006/relationships" r:id="R5c690b2959104154"/>
      <p:boldItalic xmlns:r="http://schemas.openxmlformats.org/officeDocument/2006/relationships" r:id="Raa150c05fb5c4105"/>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ab583448707a4fa3" /><Relationship Type="http://schemas.openxmlformats.org/officeDocument/2006/relationships/slideMaster" Target="/ppt/slideMasters/slideMaster1.xml" Id="R451bc2cad1d44cca" /><Relationship Type="http://schemas.openxmlformats.org/officeDocument/2006/relationships/notesMaster" Target="/ppt/notesMasters/notesMaster1.xml" Id="Re6decb1955344cbe" /><Relationship Type="http://schemas.openxmlformats.org/officeDocument/2006/relationships/presProps" Target="/ppt/presProps.xml" Id="R6c0444f00bd244d5" /><Relationship Type="http://schemas.openxmlformats.org/officeDocument/2006/relationships/viewProps" Target="/ppt/viewProps.xml" Id="R07816576e0b246d8" /><Relationship Type="http://schemas.openxmlformats.org/officeDocument/2006/relationships/tableStyles" Target="/ppt/tableStyles.xml" Id="R8cee161cde694db1" /><Relationship Type="http://schemas.openxmlformats.org/officeDocument/2006/relationships/font" Target="/ppt/fonts/font.dat" Id="Rd7309e05f9a743e0" /><Relationship Type="http://schemas.openxmlformats.org/officeDocument/2006/relationships/font" Target="/ppt/fonts/font2.dat" Id="Rab07592f432a47ba" /><Relationship Type="http://schemas.openxmlformats.org/officeDocument/2006/relationships/font" Target="/ppt/fonts/font3.dat" Id="R145e638941b04e17" /><Relationship Type="http://schemas.openxmlformats.org/officeDocument/2006/relationships/font" Target="/ppt/fonts/font4.dat" Id="R7693dffb1c574415" /><Relationship Type="http://schemas.openxmlformats.org/officeDocument/2006/relationships/font" Target="/ppt/fonts/font5.dat" Id="R41d0862dee9f4785" /><Relationship Type="http://schemas.openxmlformats.org/officeDocument/2006/relationships/font" Target="/ppt/fonts/font6.dat" Id="Rae4bcb143f8c4a7a" /><Relationship Type="http://schemas.openxmlformats.org/officeDocument/2006/relationships/font" Target="/ppt/fonts/font7.dat" Id="Rccaea1f750ef4b24" /><Relationship Type="http://schemas.openxmlformats.org/officeDocument/2006/relationships/font" Target="/ppt/fonts/font8.dat" Id="R41fe603fe29647c9" /><Relationship Type="http://schemas.openxmlformats.org/officeDocument/2006/relationships/font" Target="/ppt/fonts/font9.dat" Id="Ra01e552494c745ea" /><Relationship Type="http://schemas.openxmlformats.org/officeDocument/2006/relationships/font" Target="/ppt/fonts/font10.dat" Id="R28d394927bdd45c7" /><Relationship Type="http://schemas.openxmlformats.org/officeDocument/2006/relationships/font" Target="/ppt/fonts/font11.dat" Id="R80c382bedd354281" /><Relationship Type="http://schemas.openxmlformats.org/officeDocument/2006/relationships/font" Target="/ppt/fonts/font12.dat" Id="Rf5055072207d46e4" /><Relationship Type="http://schemas.openxmlformats.org/officeDocument/2006/relationships/font" Target="/ppt/fonts/font13.dat" Id="R59d3a13baab943d3" /><Relationship Type="http://schemas.openxmlformats.org/officeDocument/2006/relationships/font" Target="/ppt/fonts/font14.dat" Id="R74475b8f9732464c" /><Relationship Type="http://schemas.openxmlformats.org/officeDocument/2006/relationships/font" Target="/ppt/fonts/font15.dat" Id="R4460bdc2f4224565" /><Relationship Type="http://schemas.openxmlformats.org/officeDocument/2006/relationships/font" Target="/ppt/fonts/font16.dat" Id="R217a37cef4114d81" /><Relationship Type="http://schemas.openxmlformats.org/officeDocument/2006/relationships/font" Target="/ppt/fonts/font17.dat" Id="Rf19397c99314414a" /><Relationship Type="http://schemas.openxmlformats.org/officeDocument/2006/relationships/font" Target="/ppt/fonts/font18.dat" Id="R62ced531d193488b" /><Relationship Type="http://schemas.openxmlformats.org/officeDocument/2006/relationships/font" Target="/ppt/fonts/font19.dat" Id="Rc5b2df8dfd4e4653" /><Relationship Type="http://schemas.openxmlformats.org/officeDocument/2006/relationships/font" Target="/ppt/fonts/font20.dat" Id="R0ef5ca9c65034b16" /><Relationship Type="http://schemas.openxmlformats.org/officeDocument/2006/relationships/font" Target="/ppt/fonts/font21.dat" Id="R5c690b2959104154" /><Relationship Type="http://schemas.openxmlformats.org/officeDocument/2006/relationships/font" Target="/ppt/fonts/font22.dat" Id="Raa150c05fb5c4105" /><Relationship Type="http://schemas.openxmlformats.org/officeDocument/2006/relationships/slide" Target="/ppt/slides/slide1.xml" Id="R7a4239a819f744c7" /><Relationship Type="http://schemas.openxmlformats.org/officeDocument/2006/relationships/slide" Target="/ppt/slides/slide2.xml" Id="Rd9da83f4bd8c4f2f" /><Relationship Type="http://schemas.openxmlformats.org/officeDocument/2006/relationships/slide" Target="/ppt/slides/slide3.xml" Id="Rfb9a4e642e134547" /><Relationship Type="http://schemas.openxmlformats.org/officeDocument/2006/relationships/slide" Target="/ppt/slides/slide4.xml" Id="R868bc184c71e42e5" /><Relationship Type="http://schemas.openxmlformats.org/officeDocument/2006/relationships/slide" Target="/ppt/slides/slide5.xml" Id="Rf84fef3008ec4e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4d74a68cc541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a0eb036af84a51" /><Relationship Type="http://schemas.openxmlformats.org/officeDocument/2006/relationships/notesMaster" Target="/ppt/notesMasters/notesMaster1.xml" Id="Re994e32b400648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a9ee1a34814ebd" /><Relationship Type="http://schemas.openxmlformats.org/officeDocument/2006/relationships/notesMaster" Target="/ppt/notesMasters/notesMaster1.xml" Id="R52b1f503596743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20328637d2848b5" /><Relationship Type="http://schemas.openxmlformats.org/officeDocument/2006/relationships/notesMaster" Target="/ppt/notesMasters/notesMaster1.xml" Id="R4c9460ba8c5342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687b37940f4d7c" /><Relationship Type="http://schemas.openxmlformats.org/officeDocument/2006/relationships/notesMaster" Target="/ppt/notesMasters/notesMaster1.xml" Id="R5ee2b8dc510846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70f01c71734521" /><Relationship Type="http://schemas.openxmlformats.org/officeDocument/2006/relationships/notesMaster" Target="/ppt/notesMasters/notesMaster1.xml" Id="R252b07e1df0445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user-provided category analysis tables and notebook screenshot image(20261017-053943).png, October 17, 2026. Median lifetime views per video, grouped by content category. Counts appear in chart labels. Chart is the original notebook image and is not an editable PowerPoint chart. Narrative text is editable. Values in narrative are rounded to whole views. Scope: 343 categorized videos from 346 exported Shorts. Three unresolved videos are excluded only from category comparisons. 289 labels remain proposals and 54 come from supplied summaries, without independent video verification. Yearly charts share an axis range. Lifetime exposure differs by publication date. Recommendations are proposed tests, not causal findings or approved commitments.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user-provided category analysis tables and notebook screenshot image(20261017-055815).png, October 17, 2026. Median lifetime views per video, grouped by content category and publication year. Counts appear in chart labels. Chart is the original notebook image and is not an editable PowerPoint chart. Narrative text is editable. Values in narrative are rounded to whole views. Scope: 343 categorized videos from 346 exported Shorts. Three unresolved videos are excluded only from category comparisons. 289 labels remain proposals and 54 come from supplied summaries, without independent video verification. Yearly charts share an axis range. Lifetime exposure differs by publication date. Recommendations are proposed tests, not causal findings or approved commitments.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user-provided category analysis tables and notebook screenshot image(20261017-055754).png, October 17, 2026. Median lifetime views per video, grouped by content category and publication year. Counts appear in chart labels. Chart is the original notebook image and is not an editable PowerPoint chart. Narrative text is editable. Values in narrative are rounded to whole views. Scope: 343 categorized videos from 346 exported Shorts. Three unresolved videos are excluded only from category comparisons. 289 labels remain proposals and 54 come from supplied summaries, without independent video verification. Yearly charts share an axis range. Lifetime exposure differs by publication date. Recommendations are proposed tests, not causal findings or approved commitments.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user-provided category analysis tables and notebook screenshot image(20261017-055737).png, October 17, 2026. Median lifetime views per video, grouped by content category and publication year. Counts appear in chart labels. Chart is the original notebook image and is not an editable PowerPoint chart. Narrative text is editable. Values in narrative are rounded to whole views. Scope: 343 categorized videos from 346 exported Shorts. Three unresolved videos are excluded only from category comparisons. 289 labels remain proposals and 54 come from supplied summaries, without independent video verification. Yearly charts share an axis range. Lifetime exposure differs by publication date. Recommendations are proposed tests, not causal findings or approved commitments.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user-provided category analysis tables and notebook screenshot image(20261017-055724).png, October 17, 2026. Median lifetime views per video, grouped by content category and publication year. Counts appear in chart labels. Chart is the original notebook image and is not an editable PowerPoint chart. Narrative text is editable. Values in narrative are rounded to whole views. Scope: 343 categorized videos from 346 exported Shorts. Three unresolved videos are excluded only from category comparisons. 289 labels remain proposals and 54 come from supplied summaries, without independent video verification. Yearly charts share an axis range. Lifetime exposure differs by publication date. Recommendations are proposed tests, not causal findings or approved commitments.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917946b683485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c5fb257a77c4f0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7c57c1c716d47d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099c68a54064c9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847c7835b8b4aa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b75834493da40c7" /></Relationships>
</file>

<file path=ppt/slideLayouts/slideLayout1.xml><?xml version="1.0" encoding="utf-8"?>
<p:sldLayout xmlns:p="http://schemas.openxmlformats.org/presentationml/2006/main" matchingName="Layout 1" type="title">
  <p:cSld name="TITLE">
    <p:spTree>
      <p:nvGrpSpPr>
        <p:cNvPr id="1" name=""/>
        <p:cNvGrpSpPr/>
        <p:nvPr/>
      </p:nvGrpSpPr>
      <p:grpSpPr>
        <a:xfrm xmlns:a="http://schemas.openxmlformats.org/drawingml/2006/main"/>
      </p:grpSpPr>
      <p:sp>
        <p:nvSpPr>
          <p:cNvPr id="12" name="Google Shape;12;p2">
            <a:extLst xmlns:a="http://schemas.openxmlformats.org/drawingml/2006/main">
              <a:ext uri="{FF2B5EF4-FFF2-40B4-BE49-F238E27FC236}">
                <a16:creationId xmlns:a16="http://schemas.microsoft.com/office/drawing/2014/main" id="{6AF4FA42-0D12-4069-B3CA-3B0E44EAC9F9}"/>
              </a:ext>
            </a:extLst>
          </p:cNvPr>
          <p:cNvSpPr>
            <a:spLocks xmlns:a="http://schemas.openxmlformats.org/drawingml/2006/main" noGrp="1"/>
          </p:cNvSpPr>
          <p:nvPr/>
        </p:nvSpPr>
        <p:spPr>
          <a:xfrm xmlns:a="http://schemas.openxmlformats.org/drawingml/2006/main" rot="-5400000" flipH="0" flipV="0">
            <a:off x="875527" y="1370824"/>
            <a:ext cx="451799" cy="259113"/>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13" name="Google Shape;13;p2">
            <a:extLst xmlns:a="http://schemas.openxmlformats.org/drawingml/2006/main">
              <a:ext uri="{FF2B5EF4-FFF2-40B4-BE49-F238E27FC236}">
                <a16:creationId xmlns:a16="http://schemas.microsoft.com/office/drawing/2014/main" id="{99B77170-CFDE-4AAD-AE0F-9BE02E752B46}"/>
              </a:ext>
            </a:extLst>
          </p:cNvPr>
          <p:cNvSpPr>
            <a:spLocks xmlns:a="http://schemas.openxmlformats.org/drawingml/2006/main" noGrp="1"/>
          </p:cNvSpPr>
          <p:nvPr/>
        </p:nvSpPr>
        <p:spPr>
          <a:xfrm xmlns:a="http://schemas.openxmlformats.org/drawingml/2006/main" rot="-5400000" flipH="0" flipV="0">
            <a:off x="2734127" y="1370824"/>
            <a:ext cx="451799" cy="259113"/>
          </a:xfrm>
          <a:prstGeom xmlns:a="http://schemas.openxmlformats.org/drawingml/2006/main" prst="rect">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14" name="Google Shape;14;p2">
            <a:extLst xmlns:a="http://schemas.openxmlformats.org/drawingml/2006/main">
              <a:ext uri="{FF2B5EF4-FFF2-40B4-BE49-F238E27FC236}">
                <a16:creationId xmlns:a16="http://schemas.microsoft.com/office/drawing/2014/main" id="{92F3BEAB-0FAF-4CF5-8C14-4CB2F80610C6}"/>
              </a:ext>
            </a:extLst>
          </p:cNvPr>
          <p:cNvSpPr>
            <a:spLocks xmlns:a="http://schemas.openxmlformats.org/drawingml/2006/main" noGrp="1"/>
          </p:cNvSpPr>
          <p:nvPr/>
        </p:nvSpPr>
        <p:spPr>
          <a:xfrm xmlns:a="http://schemas.openxmlformats.org/drawingml/2006/main" rot="-5400000" flipH="0" flipV="0">
            <a:off x="4592728" y="1370824"/>
            <a:ext cx="451799" cy="259113"/>
          </a:xfrm>
          <a:prstGeom xmlns:a="http://schemas.openxmlformats.org/drawingml/2006/main" prst="rect">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15" name="Google Shape;15;p2">
            <a:extLst xmlns:a="http://schemas.openxmlformats.org/drawingml/2006/main">
              <a:ext uri="{FF2B5EF4-FFF2-40B4-BE49-F238E27FC236}">
                <a16:creationId xmlns:a16="http://schemas.microsoft.com/office/drawing/2014/main" id="{5F6CBE89-54EE-4C8C-A72B-D4A8F76A93E0}"/>
              </a:ext>
            </a:extLst>
          </p:cNvPr>
          <p:cNvSpPr>
            <a:spLocks xmlns:a="http://schemas.openxmlformats.org/drawingml/2006/main" noGrp="1"/>
          </p:cNvSpPr>
          <p:nvPr/>
        </p:nvSpPr>
        <p:spPr>
          <a:xfrm xmlns:a="http://schemas.openxmlformats.org/drawingml/2006/main" rot="-5400000" flipH="0" flipV="0">
            <a:off x="6451327" y="1370824"/>
            <a:ext cx="451799" cy="259113"/>
          </a:xfrm>
          <a:prstGeom xmlns:a="http://schemas.openxmlformats.org/drawingml/2006/main" prst="rect">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16" name="Google Shape;16;p2">
            <a:extLst xmlns:a="http://schemas.openxmlformats.org/drawingml/2006/main">
              <a:ext uri="{FF2B5EF4-FFF2-40B4-BE49-F238E27FC236}">
                <a16:creationId xmlns:a16="http://schemas.microsoft.com/office/drawing/2014/main" id="{D09C9AC9-F61F-4384-80D4-C7791288925C}"/>
              </a:ext>
            </a:extLst>
          </p:cNvPr>
          <p:cNvSpPr>
            <a:spLocks xmlns:a="http://schemas.openxmlformats.org/drawingml/2006/main" noGrp="1"/>
          </p:cNvSpPr>
          <p:nvPr/>
        </p:nvSpPr>
        <p:spPr>
          <a:xfrm xmlns:a="http://schemas.openxmlformats.org/drawingml/2006/main">
            <a:off x="172050" y="2765600"/>
            <a:ext cx="3076800" cy="7293000"/>
          </a:xfrm>
          <a:prstGeom xmlns:a="http://schemas.openxmlformats.org/drawingml/2006/main" prst="roundRect">
            <a:avLst>
              <a:gd name="adj" fmla="val 0"/>
            </a:avLst>
          </a:prstGeom>
          <a:solidFill xmlns:a="http://schemas.openxmlformats.org/drawingml/2006/main">
            <a:srgbClr val="CCCCC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18" name="Google Shape;18;p2">
            <a:extLst xmlns:a="http://schemas.openxmlformats.org/drawingml/2006/main">
              <a:ext uri="{FF2B5EF4-FFF2-40B4-BE49-F238E27FC236}">
                <a16:creationId xmlns:a16="http://schemas.microsoft.com/office/drawing/2014/main" id="{1B3E1185-8B1B-4C0B-8824-6DB766A6AC33}"/>
              </a:ext>
            </a:extLst>
          </p:cNvPr>
          <p:cNvSpPr>
            <a:spLocks xmlns:a="http://schemas.openxmlformats.org/drawingml/2006/main" noGrp="1"/>
          </p:cNvSpPr>
          <p:nvPr/>
        </p:nvSpPr>
        <p:spPr>
          <a:xfrm xmlns:a="http://schemas.openxmlformats.org/drawingml/2006/main" rot="-5400000" flipH="0" flipV="0">
            <a:off x="872402" y="2604549"/>
            <a:ext cx="451799" cy="259113"/>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19" name="Google Shape;19;p2">
            <a:extLst xmlns:a="http://schemas.openxmlformats.org/drawingml/2006/main">
              <a:ext uri="{FF2B5EF4-FFF2-40B4-BE49-F238E27FC236}">
                <a16:creationId xmlns:a16="http://schemas.microsoft.com/office/drawing/2014/main" id="{B238504B-DC3A-416E-84D3-83098B41D16C}"/>
              </a:ext>
            </a:extLst>
          </p:cNvPr>
          <p:cNvSpPr>
            <a:spLocks xmlns:a="http://schemas.openxmlformats.org/drawingml/2006/main" noGrp="1"/>
          </p:cNvSpPr>
          <p:nvPr/>
        </p:nvSpPr>
        <p:spPr>
          <a:xfrm xmlns:a="http://schemas.openxmlformats.org/drawingml/2006/main" rot="-5400000" flipH="0" flipV="0">
            <a:off x="2731002" y="2604549"/>
            <a:ext cx="451799" cy="259113"/>
          </a:xfrm>
          <a:prstGeom xmlns:a="http://schemas.openxmlformats.org/drawingml/2006/main" prst="rect">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20" name="Google Shape;20;p2">
            <a:extLst xmlns:a="http://schemas.openxmlformats.org/drawingml/2006/main">
              <a:ext uri="{FF2B5EF4-FFF2-40B4-BE49-F238E27FC236}">
                <a16:creationId xmlns:a16="http://schemas.microsoft.com/office/drawing/2014/main" id="{DA5E624F-B817-4345-89CE-72D9B9A4894E}"/>
              </a:ext>
            </a:extLst>
          </p:cNvPr>
          <p:cNvSpPr>
            <a:spLocks xmlns:a="http://schemas.openxmlformats.org/drawingml/2006/main" noGrp="1"/>
          </p:cNvSpPr>
          <p:nvPr/>
        </p:nvSpPr>
        <p:spPr>
          <a:xfrm xmlns:a="http://schemas.openxmlformats.org/drawingml/2006/main" rot="-5400000" flipH="0" flipV="0">
            <a:off x="4589603" y="2604549"/>
            <a:ext cx="451799" cy="259113"/>
          </a:xfrm>
          <a:prstGeom xmlns:a="http://schemas.openxmlformats.org/drawingml/2006/main" prst="rect">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21" name="Google Shape;21;p2">
            <a:extLst xmlns:a="http://schemas.openxmlformats.org/drawingml/2006/main">
              <a:ext uri="{FF2B5EF4-FFF2-40B4-BE49-F238E27FC236}">
                <a16:creationId xmlns:a16="http://schemas.microsoft.com/office/drawing/2014/main" id="{B4824473-2672-44EE-9519-1C7D680EE6CF}"/>
              </a:ext>
            </a:extLst>
          </p:cNvPr>
          <p:cNvSpPr>
            <a:spLocks xmlns:a="http://schemas.openxmlformats.org/drawingml/2006/main" noGrp="1"/>
          </p:cNvSpPr>
          <p:nvPr/>
        </p:nvSpPr>
        <p:spPr>
          <a:xfrm xmlns:a="http://schemas.openxmlformats.org/drawingml/2006/main" rot="-5400000" flipH="0" flipV="0">
            <a:off x="6448202" y="2604549"/>
            <a:ext cx="451799" cy="259113"/>
          </a:xfrm>
          <a:prstGeom xmlns:a="http://schemas.openxmlformats.org/drawingml/2006/main" prst="rect">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cxnSp>
        <p:nvCxnSpPr>
          <p:cNvPr id="105" name="Google Shape;22;p2">
            <a:extLst xmlns:a="http://schemas.openxmlformats.org/drawingml/2006/main">
              <a:ext uri="{FF2B5EF4-FFF2-40B4-BE49-F238E27FC236}">
                <a16:creationId xmlns:a16="http://schemas.microsoft.com/office/drawing/2014/main" id="{0A2D29BC-D9B8-4633-B5E7-2E8A9430FD27}"/>
              </a:ext>
            </a:extLst>
          </p:cNvPr>
          <p:cNvCxnSpPr>
            <a:stCxn xmlns:a="http://schemas.openxmlformats.org/drawingml/2006/main" id="12" idx="0"/>
          </p:cNvCxnSpPr>
          <p:nvPr/>
        </p:nvCxnSpPr>
        <p:spPr>
          <a:xfrm xmlns:a="http://schemas.openxmlformats.org/drawingml/2006/main">
            <a:off x="172055" y="1500381"/>
            <a:ext cx="0" cy="8590500"/>
          </a:xfrm>
          <a:prstGeom xmlns:a="http://schemas.openxmlformats.org/drawingml/2006/main" prst="straightConnector1">
            <a:avLst/>
          </a:prstGeom>
          <a:ln xmlns:a="http://schemas.openxmlformats.org/drawingml/2006/main" w="9525" cap="flat">
            <a:solidFill>
              <a:srgbClr val="CCCCCC"/>
            </a:solidFill>
            <a:prstDash val="solid"/>
            <a:round/>
            <a:headEnd type="none" w="med" len="med"/>
            <a:tailEnd type="none" w="med" len="med"/>
          </a:ln>
        </p:spPr>
      </p:cxnSp>
      <p:cxnSp>
        <p:nvCxnSpPr>
          <p:cNvPr id="106" name="Google Shape;23;p2">
            <a:extLst xmlns:a="http://schemas.openxmlformats.org/drawingml/2006/main">
              <a:ext uri="{FF2B5EF4-FFF2-40B4-BE49-F238E27FC236}">
                <a16:creationId xmlns:a16="http://schemas.microsoft.com/office/drawing/2014/main" id="{4C439449-6781-4E30-91F7-3BF2A15B4B6F}"/>
              </a:ext>
            </a:extLst>
          </p:cNvPr>
          <p:cNvCxnSpPr/>
          <p:nvPr/>
        </p:nvCxnSpPr>
        <p:spPr>
          <a:xfrm xmlns:a="http://schemas.openxmlformats.org/drawingml/2006/main">
            <a:off x="7603480" y="1500381"/>
            <a:ext cx="0" cy="8590500"/>
          </a:xfrm>
          <a:prstGeom xmlns:a="http://schemas.openxmlformats.org/drawingml/2006/main" prst="straightConnector1">
            <a:avLst/>
          </a:prstGeom>
          <a:ln xmlns:a="http://schemas.openxmlformats.org/drawingml/2006/main" w="9525" cap="flat">
            <a:solidFill>
              <a:srgbClr val="CCCCCC"/>
            </a:solidFill>
            <a:prstDash val="solid"/>
            <a:round/>
            <a:headEnd type="none" w="med" len="med"/>
            <a:tailEnd type="none" w="med" len="med"/>
          </a:ln>
        </p:spPr>
      </p:cxnSp>
      <p:sp>
        <p:nvSpPr>
          <p:cNvPr id="25" name="Google Shape;25;p2">
            <a:extLst xmlns:a="http://schemas.openxmlformats.org/drawingml/2006/main">
              <a:ext uri="{FF2B5EF4-FFF2-40B4-BE49-F238E27FC236}">
                <a16:creationId xmlns:a16="http://schemas.microsoft.com/office/drawing/2014/main" id="{0D54B3E2-D0BB-4289-8E74-27051D9E511A}"/>
              </a:ext>
            </a:extLst>
          </p:cNvPr>
          <p:cNvSpPr>
            <a:spLocks xmlns:a="http://schemas.openxmlformats.org/drawingml/2006/main" noGrp="1"/>
          </p:cNvSpPr>
          <p:nvPr/>
        </p:nvSpPr>
        <p:spPr>
          <a:xfrm xmlns:a="http://schemas.openxmlformats.org/drawingml/2006/main" rot="5400000" flipH="0" flipV="0">
            <a:off x="3097725" y="3727825"/>
            <a:ext cx="583500" cy="281100"/>
          </a:xfrm>
          <a:prstGeom xmlns:a="http://schemas.openxmlformats.org/drawingml/2006/main" prst="trapezoid">
            <a:avLst>
              <a:gd name="adj" fmla="val 102819"/>
            </a:avLst>
          </a:prstGeom>
          <a:solidFill xmlns:a="http://schemas.openxmlformats.org/drawingml/2006/main">
            <a:srgbClr val="4F4F4F"/>
          </a:solidFill>
          <a:ln xmlns:a="http://schemas.openxmlformats.org/drawingml/2006/main" w="9525" cmpd="sng">
            <a:solidFill>
              <a:srgbClr val="5757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26" name="Google Shape;26;p2">
            <a:extLst xmlns:a="http://schemas.openxmlformats.org/drawingml/2006/main">
              <a:ext uri="{FF2B5EF4-FFF2-40B4-BE49-F238E27FC236}">
                <a16:creationId xmlns:a16="http://schemas.microsoft.com/office/drawing/2014/main" id="{0E900C76-DDE2-448C-81DD-8F9B7FA4A35E}"/>
              </a:ext>
            </a:extLst>
          </p:cNvPr>
          <p:cNvSpPr>
            <a:spLocks xmlns:a="http://schemas.openxmlformats.org/drawingml/2006/main" noGrp="1"/>
          </p:cNvSpPr>
          <p:nvPr/>
        </p:nvSpPr>
        <p:spPr>
          <a:xfrm xmlns:a="http://schemas.openxmlformats.org/drawingml/2006/main" rot="0" flipH="0" flipV="0">
            <a:off x="0" y="3413775"/>
            <a:ext cx="3529800" cy="453000"/>
          </a:xfrm>
          <a:prstGeom xmlns:a="http://schemas.openxmlformats.org/drawingml/2006/main" prst="rect">
            <a:avLst/>
          </a:prstGeom>
          <a:solidFill xmlns:a="http://schemas.openxmlformats.org/drawingml/2006/main">
            <a:srgbClr val="666666"/>
          </a:solidFill>
          <a:ln xmlns:a="http://schemas.openxmlformats.org/drawingml/2006/main" w="9525" cmpd="sng">
            <a:solidFill>
              <a:srgbClr val="5757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28" name="Google Shape;28;p2">
            <a:extLst xmlns:a="http://schemas.openxmlformats.org/drawingml/2006/main">
              <a:ext uri="{FF2B5EF4-FFF2-40B4-BE49-F238E27FC236}">
                <a16:creationId xmlns:a16="http://schemas.microsoft.com/office/drawing/2014/main" id="{904C6055-1C16-4E25-9B44-1262A4533F64}"/>
              </a:ext>
            </a:extLst>
          </p:cNvPr>
          <p:cNvSpPr>
            <a:spLocks xmlns:a="http://schemas.openxmlformats.org/drawingml/2006/main" noGrp="1"/>
          </p:cNvSpPr>
          <p:nvPr/>
        </p:nvSpPr>
        <p:spPr>
          <a:xfrm xmlns:a="http://schemas.openxmlformats.org/drawingml/2006/main" rot="5400000" flipH="0" flipV="0">
            <a:off x="7580398" y="3181150"/>
            <a:ext cx="815908" cy="281100"/>
          </a:xfrm>
          <a:prstGeom xmlns:a="http://schemas.openxmlformats.org/drawingml/2006/main" prst="trapezoid">
            <a:avLst>
              <a:gd name="adj" fmla="val 102819"/>
            </a:avLst>
          </a:prstGeom>
          <a:solidFill xmlns:a="http://schemas.openxmlformats.org/drawingml/2006/main">
            <a:srgbClr val="4F4F4F"/>
          </a:solidFill>
          <a:ln xmlns:a="http://schemas.openxmlformats.org/drawingml/2006/main" w="9525" cmpd="sng">
            <a:solidFill>
              <a:srgbClr val="5757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29" name="Google Shape;29;p2">
            <a:extLst xmlns:a="http://schemas.openxmlformats.org/drawingml/2006/main">
              <a:ext uri="{FF2B5EF4-FFF2-40B4-BE49-F238E27FC236}">
                <a16:creationId xmlns:a16="http://schemas.microsoft.com/office/drawing/2014/main" id="{890621B4-9AFB-4A7A-9478-BC9921ED6500}"/>
              </a:ext>
            </a:extLst>
          </p:cNvPr>
          <p:cNvSpPr>
            <a:spLocks xmlns:a="http://schemas.openxmlformats.org/drawingml/2006/main" noGrp="1"/>
          </p:cNvSpPr>
          <p:nvPr/>
        </p:nvSpPr>
        <p:spPr>
          <a:xfrm xmlns:a="http://schemas.openxmlformats.org/drawingml/2006/main" rot="0" flipH="0" flipV="0">
            <a:off x="3248850" y="2867100"/>
            <a:ext cx="4935719" cy="453000"/>
          </a:xfrm>
          <a:prstGeom xmlns:a="http://schemas.openxmlformats.org/drawingml/2006/main" prst="rect">
            <a:avLst/>
          </a:prstGeom>
          <a:solidFill xmlns:a="http://schemas.openxmlformats.org/drawingml/2006/main">
            <a:srgbClr val="666666"/>
          </a:solidFill>
          <a:ln xmlns:a="http://schemas.openxmlformats.org/drawingml/2006/main" w="9525" cmpd="sng">
            <a:solidFill>
              <a:srgbClr val="5757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31" name="Google Shape;31;p2">
            <a:extLst xmlns:a="http://schemas.openxmlformats.org/drawingml/2006/main">
              <a:ext uri="{FF2B5EF4-FFF2-40B4-BE49-F238E27FC236}">
                <a16:creationId xmlns:a16="http://schemas.microsoft.com/office/drawing/2014/main" id="{4935C59F-8C9E-4E60-BBF5-7F1ABCC3CB29}"/>
              </a:ext>
            </a:extLst>
          </p:cNvPr>
          <p:cNvSpPr>
            <a:spLocks xmlns:a="http://schemas.openxmlformats.org/drawingml/2006/main" noGrp="1"/>
          </p:cNvSpPr>
          <p:nvPr/>
        </p:nvSpPr>
        <p:spPr>
          <a:xfrm xmlns:a="http://schemas.openxmlformats.org/drawingml/2006/main" rot="5400000" flipH="0" flipV="0">
            <a:off x="7580398" y="7480325"/>
            <a:ext cx="815908" cy="281100"/>
          </a:xfrm>
          <a:prstGeom xmlns:a="http://schemas.openxmlformats.org/drawingml/2006/main" prst="trapezoid">
            <a:avLst>
              <a:gd name="adj" fmla="val 102819"/>
            </a:avLst>
          </a:prstGeom>
          <a:solidFill xmlns:a="http://schemas.openxmlformats.org/drawingml/2006/main">
            <a:srgbClr val="4F4F4F"/>
          </a:solidFill>
          <a:ln xmlns:a="http://schemas.openxmlformats.org/drawingml/2006/main" w="9525" cmpd="sng">
            <a:solidFill>
              <a:srgbClr val="5757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32" name="Google Shape;32;p2">
            <a:extLst xmlns:a="http://schemas.openxmlformats.org/drawingml/2006/main">
              <a:ext uri="{FF2B5EF4-FFF2-40B4-BE49-F238E27FC236}">
                <a16:creationId xmlns:a16="http://schemas.microsoft.com/office/drawing/2014/main" id="{2B8A3534-3CD4-45F4-BFDC-BA98F8A486D5}"/>
              </a:ext>
            </a:extLst>
          </p:cNvPr>
          <p:cNvSpPr>
            <a:spLocks xmlns:a="http://schemas.openxmlformats.org/drawingml/2006/main" noGrp="1"/>
          </p:cNvSpPr>
          <p:nvPr/>
        </p:nvSpPr>
        <p:spPr>
          <a:xfrm xmlns:a="http://schemas.openxmlformats.org/drawingml/2006/main" rot="0" flipH="0" flipV="0">
            <a:off x="3248850" y="7166275"/>
            <a:ext cx="4935719" cy="453000"/>
          </a:xfrm>
          <a:prstGeom xmlns:a="http://schemas.openxmlformats.org/drawingml/2006/main" prst="rect">
            <a:avLst/>
          </a:prstGeom>
          <a:solidFill xmlns:a="http://schemas.openxmlformats.org/drawingml/2006/main">
            <a:srgbClr val="666666"/>
          </a:solidFill>
          <a:ln xmlns:a="http://schemas.openxmlformats.org/drawingml/2006/main" w="9525" cmpd="sng">
            <a:solidFill>
              <a:srgbClr val="5757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33" name="Google Shape;33;p2">
            <a:extLst xmlns:a="http://schemas.openxmlformats.org/drawingml/2006/main">
              <a:ext uri="{FF2B5EF4-FFF2-40B4-BE49-F238E27FC236}">
                <a16:creationId xmlns:a16="http://schemas.microsoft.com/office/drawing/2014/main" id="{363FFA97-ADE3-49D3-878B-EFA39D80D3EC}"/>
              </a:ext>
            </a:extLst>
          </p:cNvPr>
          <p:cNvSpPr>
            <a:spLocks xmlns:a="http://schemas.openxmlformats.org/drawingml/2006/main" noGrp="1"/>
          </p:cNvSpPr>
          <p:nvPr/>
        </p:nvSpPr>
        <p:spPr>
          <a:xfrm xmlns:a="http://schemas.openxmlformats.org/drawingml/2006/main">
            <a:off x="188700" y="3410750"/>
            <a:ext cx="3074400" cy="4632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t">
            <a:normAutofit lnSpcReduction="10000"/>
          </a:bodyPr>
          <a:lstStyle xmlns:a="http://schemas.openxmlformats.org/drawingml/2006/main"/>
          <a:p xmlns:a="http://schemas.openxmlformats.org/drawingml/2006/main">
            <a:pPr marL="0" lvl="0" indent="0" algn="ctr">
              <a:spcBef>
                <a:spcPts val="0"/>
              </a:spcBef>
              <a:spcAft>
                <a:spcPts val="0"/>
              </a:spcAft>
              <a:buNone/>
            </a:pPr>
            <a:r>
              <a:rPr sz="1900">
                <a:solidFill>
                  <a:schemeClr val="lt2"/>
                </a:solidFill>
                <a:latin typeface="Google Sans SemiBold"/>
                <a:ea typeface="Google Sans SemiBold"/>
                <a:cs typeface="Google Sans SemiBold"/>
              </a:rPr>
              <a:t>Key Insights </a:t>
            </a:r>
            <a:endParaRPr sz="1900">
              <a:solidFill>
                <a:schemeClr val="lt2"/>
              </a:solidFill>
              <a:latin typeface="Google Sans SemiBold"/>
              <a:ea typeface="Google Sans SemiBold"/>
              <a:cs typeface="Google Sans SemiBold"/>
            </a:endParaRPr>
          </a:p>
        </p:txBody>
      </p:sp>
      <p:sp>
        <p:nvSpPr>
          <p:cNvPr id="34" name="Google Shape;34;p2">
            <a:extLst xmlns:a="http://schemas.openxmlformats.org/drawingml/2006/main">
              <a:ext uri="{FF2B5EF4-FFF2-40B4-BE49-F238E27FC236}">
                <a16:creationId xmlns:a16="http://schemas.microsoft.com/office/drawing/2014/main" id="{DCE4269A-28E0-4766-A4EC-A0921AB0069A}"/>
              </a:ext>
            </a:extLst>
          </p:cNvPr>
          <p:cNvSpPr>
            <a:spLocks xmlns:a="http://schemas.openxmlformats.org/drawingml/2006/main" noGrp="1"/>
          </p:cNvSpPr>
          <p:nvPr/>
        </p:nvSpPr>
        <p:spPr>
          <a:xfrm xmlns:a="http://schemas.openxmlformats.org/drawingml/2006/main">
            <a:off x="3263100" y="2852500"/>
            <a:ext cx="4334100" cy="4500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t">
            <a:normAutofit lnSpcReduction="10000"/>
          </a:bodyPr>
          <a:lstStyle xmlns:a="http://schemas.openxmlformats.org/drawingml/2006/main"/>
          <a:p xmlns:a="http://schemas.openxmlformats.org/drawingml/2006/main">
            <a:pPr marL="0" lvl="0" indent="0" algn="ctr">
              <a:spcBef>
                <a:spcPts val="0"/>
              </a:spcBef>
              <a:spcAft>
                <a:spcPts val="0"/>
              </a:spcAft>
              <a:buNone/>
            </a:pPr>
            <a:r>
              <a:rPr sz="1900">
                <a:solidFill>
                  <a:schemeClr val="lt2"/>
                </a:solidFill>
                <a:latin typeface="Google Sans SemiBold"/>
                <a:ea typeface="Google Sans SemiBold"/>
                <a:cs typeface="Google Sans SemiBold"/>
              </a:rPr>
              <a:t>Details </a:t>
            </a:r>
            <a:endParaRPr sz="1900">
              <a:solidFill>
                <a:schemeClr val="lt2"/>
              </a:solidFill>
              <a:latin typeface="Google Sans SemiBold"/>
              <a:ea typeface="Google Sans SemiBold"/>
              <a:cs typeface="Google Sans SemiBold"/>
            </a:endParaRPr>
          </a:p>
        </p:txBody>
      </p:sp>
      <p:sp>
        <p:nvSpPr>
          <p:cNvPr id="35" name="Google Shape;35;p2">
            <a:extLst xmlns:a="http://schemas.openxmlformats.org/drawingml/2006/main">
              <a:ext uri="{FF2B5EF4-FFF2-40B4-BE49-F238E27FC236}">
                <a16:creationId xmlns:a16="http://schemas.microsoft.com/office/drawing/2014/main" id="{5C7AEE8C-FC6A-496A-B572-866BD11B1CC8}"/>
              </a:ext>
            </a:extLst>
          </p:cNvPr>
          <p:cNvSpPr>
            <a:spLocks xmlns:a="http://schemas.openxmlformats.org/drawingml/2006/main" noGrp="1"/>
          </p:cNvSpPr>
          <p:nvPr/>
        </p:nvSpPr>
        <p:spPr>
          <a:xfrm xmlns:a="http://schemas.openxmlformats.org/drawingml/2006/main">
            <a:off x="3263100" y="7164075"/>
            <a:ext cx="4334100" cy="4500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t">
            <a:normAutofit lnSpcReduction="10000"/>
          </a:bodyPr>
          <a:lstStyle xmlns:a="http://schemas.openxmlformats.org/drawingml/2006/main"/>
          <a:p xmlns:a="http://schemas.openxmlformats.org/drawingml/2006/main">
            <a:pPr marL="0" lvl="0" indent="0" algn="ctr">
              <a:spcBef>
                <a:spcPts val="0"/>
              </a:spcBef>
              <a:spcAft>
                <a:spcPts val="0"/>
              </a:spcAft>
              <a:buNone/>
            </a:pPr>
            <a:r>
              <a:rPr sz="1900">
                <a:solidFill>
                  <a:schemeClr val="lt2"/>
                </a:solidFill>
                <a:latin typeface="Google Sans SemiBold"/>
                <a:ea typeface="Google Sans SemiBold"/>
                <a:cs typeface="Google Sans SemiBold"/>
              </a:rPr>
              <a:t>Next Steps </a:t>
            </a:r>
            <a:endParaRPr sz="1900">
              <a:solidFill>
                <a:schemeClr val="lt2"/>
              </a:solidFill>
              <a:latin typeface="Google Sans SemiBold"/>
              <a:ea typeface="Google Sans SemiBold"/>
              <a:cs typeface="Google Sans SemiBold"/>
            </a:endParaRPr>
          </a:p>
        </p:txBody>
      </p:sp>
      <p:sp>
        <p:nvSpPr>
          <p:cNvPr id="37" name="Google Shape;37;p2">
            <a:extLst xmlns:a="http://schemas.openxmlformats.org/drawingml/2006/main">
              <a:ext uri="{FF2B5EF4-FFF2-40B4-BE49-F238E27FC236}">
                <a16:creationId xmlns:a16="http://schemas.microsoft.com/office/drawing/2014/main" id="{D20EBA4F-7349-4165-A9E9-5705463965D8}"/>
              </a:ext>
            </a:extLst>
          </p:cNvPr>
          <p:cNvSpPr>
            <a:spLocks xmlns:a="http://schemas.openxmlformats.org/drawingml/2006/main" noGrp="1"/>
          </p:cNvSpPr>
          <p:nvPr/>
        </p:nvSpPr>
        <p:spPr>
          <a:xfrm xmlns:a="http://schemas.openxmlformats.org/drawingml/2006/main" rot="-5400000" flipH="0" flipV="0">
            <a:off x="875527" y="1370824"/>
            <a:ext cx="451799" cy="259113"/>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38" name="Google Shape;38;p2">
            <a:extLst xmlns:a="http://schemas.openxmlformats.org/drawingml/2006/main">
              <a:ext uri="{FF2B5EF4-FFF2-40B4-BE49-F238E27FC236}">
                <a16:creationId xmlns:a16="http://schemas.microsoft.com/office/drawing/2014/main" id="{022F42A8-354D-4227-A17D-CE4B558661DB}"/>
              </a:ext>
            </a:extLst>
          </p:cNvPr>
          <p:cNvSpPr>
            <a:spLocks xmlns:a="http://schemas.openxmlformats.org/drawingml/2006/main" noGrp="1"/>
          </p:cNvSpPr>
          <p:nvPr/>
        </p:nvSpPr>
        <p:spPr>
          <a:xfrm xmlns:a="http://schemas.openxmlformats.org/drawingml/2006/main" rot="-5400000" flipH="0" flipV="0">
            <a:off x="2734127" y="1370824"/>
            <a:ext cx="451799" cy="259113"/>
          </a:xfrm>
          <a:prstGeom xmlns:a="http://schemas.openxmlformats.org/drawingml/2006/main" prst="rect">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39" name="Google Shape;39;p2">
            <a:extLst xmlns:a="http://schemas.openxmlformats.org/drawingml/2006/main">
              <a:ext uri="{FF2B5EF4-FFF2-40B4-BE49-F238E27FC236}">
                <a16:creationId xmlns:a16="http://schemas.microsoft.com/office/drawing/2014/main" id="{BDE67D61-7F2D-44D5-8240-AE6A0F3D6DE9}"/>
              </a:ext>
            </a:extLst>
          </p:cNvPr>
          <p:cNvSpPr>
            <a:spLocks xmlns:a="http://schemas.openxmlformats.org/drawingml/2006/main" noGrp="1"/>
          </p:cNvSpPr>
          <p:nvPr/>
        </p:nvSpPr>
        <p:spPr>
          <a:xfrm xmlns:a="http://schemas.openxmlformats.org/drawingml/2006/main" rot="-5400000" flipH="0" flipV="0">
            <a:off x="4592728" y="1370824"/>
            <a:ext cx="451799" cy="259113"/>
          </a:xfrm>
          <a:prstGeom xmlns:a="http://schemas.openxmlformats.org/drawingml/2006/main" prst="rect">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40" name="Google Shape;40;p2">
            <a:extLst xmlns:a="http://schemas.openxmlformats.org/drawingml/2006/main">
              <a:ext uri="{FF2B5EF4-FFF2-40B4-BE49-F238E27FC236}">
                <a16:creationId xmlns:a16="http://schemas.microsoft.com/office/drawing/2014/main" id="{E3C29F91-5F04-4F68-B335-436D0D820D2A}"/>
              </a:ext>
            </a:extLst>
          </p:cNvPr>
          <p:cNvSpPr>
            <a:spLocks xmlns:a="http://schemas.openxmlformats.org/drawingml/2006/main" noGrp="1"/>
          </p:cNvSpPr>
          <p:nvPr/>
        </p:nvSpPr>
        <p:spPr>
          <a:xfrm xmlns:a="http://schemas.openxmlformats.org/drawingml/2006/main" rot="-5400000" flipH="0" flipV="0">
            <a:off x="6451327" y="1370824"/>
            <a:ext cx="451799" cy="259113"/>
          </a:xfrm>
          <a:prstGeom xmlns:a="http://schemas.openxmlformats.org/drawingml/2006/main" prst="rect">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41" name="Google Shape;41;p2">
            <a:extLst xmlns:a="http://schemas.openxmlformats.org/drawingml/2006/main">
              <a:ext uri="{FF2B5EF4-FFF2-40B4-BE49-F238E27FC236}">
                <a16:creationId xmlns:a16="http://schemas.microsoft.com/office/drawing/2014/main" id="{F51EF272-E852-410B-B08D-DE4B0673570E}"/>
              </a:ext>
            </a:extLst>
          </p:cNvPr>
          <p:cNvSpPr>
            <a:spLocks xmlns:a="http://schemas.openxmlformats.org/drawingml/2006/main" noGrp="1"/>
          </p:cNvSpPr>
          <p:nvPr/>
        </p:nvSpPr>
        <p:spPr>
          <a:xfrm xmlns:a="http://schemas.openxmlformats.org/drawingml/2006/main">
            <a:off x="172050" y="2765600"/>
            <a:ext cx="3076800" cy="7293000"/>
          </a:xfrm>
          <a:prstGeom xmlns:a="http://schemas.openxmlformats.org/drawingml/2006/main" prst="roundRect">
            <a:avLst>
              <a:gd name="adj" fmla="val 0"/>
            </a:avLst>
          </a:prstGeom>
          <a:solidFill xmlns:a="http://schemas.openxmlformats.org/drawingml/2006/main">
            <a:srgbClr val="CCCCC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43" name="Google Shape;43;p2">
            <a:extLst xmlns:a="http://schemas.openxmlformats.org/drawingml/2006/main">
              <a:ext uri="{FF2B5EF4-FFF2-40B4-BE49-F238E27FC236}">
                <a16:creationId xmlns:a16="http://schemas.microsoft.com/office/drawing/2014/main" id="{5817E4C1-BB84-4BA4-98B6-63AAF9807368}"/>
              </a:ext>
            </a:extLst>
          </p:cNvPr>
          <p:cNvSpPr>
            <a:spLocks xmlns:a="http://schemas.openxmlformats.org/drawingml/2006/main" noGrp="1"/>
          </p:cNvSpPr>
          <p:nvPr/>
        </p:nvSpPr>
        <p:spPr>
          <a:xfrm xmlns:a="http://schemas.openxmlformats.org/drawingml/2006/main" rot="-5400000" flipH="0" flipV="0">
            <a:off x="872402" y="2604549"/>
            <a:ext cx="451799" cy="259113"/>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44" name="Google Shape;44;p2">
            <a:extLst xmlns:a="http://schemas.openxmlformats.org/drawingml/2006/main">
              <a:ext uri="{FF2B5EF4-FFF2-40B4-BE49-F238E27FC236}">
                <a16:creationId xmlns:a16="http://schemas.microsoft.com/office/drawing/2014/main" id="{692A37CA-826C-4AD7-B7C1-553527219AD8}"/>
              </a:ext>
            </a:extLst>
          </p:cNvPr>
          <p:cNvSpPr>
            <a:spLocks xmlns:a="http://schemas.openxmlformats.org/drawingml/2006/main" noGrp="1"/>
          </p:cNvSpPr>
          <p:nvPr/>
        </p:nvSpPr>
        <p:spPr>
          <a:xfrm xmlns:a="http://schemas.openxmlformats.org/drawingml/2006/main" rot="-5400000" flipH="0" flipV="0">
            <a:off x="2731002" y="2604549"/>
            <a:ext cx="451799" cy="259113"/>
          </a:xfrm>
          <a:prstGeom xmlns:a="http://schemas.openxmlformats.org/drawingml/2006/main" prst="rect">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45" name="Google Shape;45;p2">
            <a:extLst xmlns:a="http://schemas.openxmlformats.org/drawingml/2006/main">
              <a:ext uri="{FF2B5EF4-FFF2-40B4-BE49-F238E27FC236}">
                <a16:creationId xmlns:a16="http://schemas.microsoft.com/office/drawing/2014/main" id="{35C29240-0944-4FDC-9F94-5D4553F4C6C4}"/>
              </a:ext>
            </a:extLst>
          </p:cNvPr>
          <p:cNvSpPr>
            <a:spLocks xmlns:a="http://schemas.openxmlformats.org/drawingml/2006/main" noGrp="1"/>
          </p:cNvSpPr>
          <p:nvPr/>
        </p:nvSpPr>
        <p:spPr>
          <a:xfrm xmlns:a="http://schemas.openxmlformats.org/drawingml/2006/main" rot="-5400000" flipH="0" flipV="0">
            <a:off x="4589603" y="2604549"/>
            <a:ext cx="451799" cy="259113"/>
          </a:xfrm>
          <a:prstGeom xmlns:a="http://schemas.openxmlformats.org/drawingml/2006/main" prst="rect">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46" name="Google Shape;46;p2">
            <a:extLst xmlns:a="http://schemas.openxmlformats.org/drawingml/2006/main">
              <a:ext uri="{FF2B5EF4-FFF2-40B4-BE49-F238E27FC236}">
                <a16:creationId xmlns:a16="http://schemas.microsoft.com/office/drawing/2014/main" id="{C6BD1A4F-34F9-43ED-9CF1-1DFDD3549E3A}"/>
              </a:ext>
            </a:extLst>
          </p:cNvPr>
          <p:cNvSpPr>
            <a:spLocks xmlns:a="http://schemas.openxmlformats.org/drawingml/2006/main" noGrp="1"/>
          </p:cNvSpPr>
          <p:nvPr/>
        </p:nvSpPr>
        <p:spPr>
          <a:xfrm xmlns:a="http://schemas.openxmlformats.org/drawingml/2006/main" rot="-5400000" flipH="0" flipV="0">
            <a:off x="6448202" y="2604549"/>
            <a:ext cx="451799" cy="259113"/>
          </a:xfrm>
          <a:prstGeom xmlns:a="http://schemas.openxmlformats.org/drawingml/2006/main" prst="rect">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cxnSp>
        <p:nvCxnSpPr>
          <p:cNvPr id="125" name="Google Shape;47;p2">
            <a:extLst xmlns:a="http://schemas.openxmlformats.org/drawingml/2006/main">
              <a:ext uri="{FF2B5EF4-FFF2-40B4-BE49-F238E27FC236}">
                <a16:creationId xmlns:a16="http://schemas.microsoft.com/office/drawing/2014/main" id="{388B639C-636B-4C6A-B8FB-ADA4BAA245F4}"/>
              </a:ext>
            </a:extLst>
          </p:cNvPr>
          <p:cNvCxnSpPr>
            <a:stCxn xmlns:a="http://schemas.openxmlformats.org/drawingml/2006/main" id="37" idx="0"/>
          </p:cNvCxnSpPr>
          <p:nvPr/>
        </p:nvCxnSpPr>
        <p:spPr>
          <a:xfrm xmlns:a="http://schemas.openxmlformats.org/drawingml/2006/main">
            <a:off x="172055" y="1500381"/>
            <a:ext cx="0" cy="8590500"/>
          </a:xfrm>
          <a:prstGeom xmlns:a="http://schemas.openxmlformats.org/drawingml/2006/main" prst="straightConnector1">
            <a:avLst/>
          </a:prstGeom>
          <a:ln xmlns:a="http://schemas.openxmlformats.org/drawingml/2006/main" w="9525" cap="flat">
            <a:solidFill>
              <a:srgbClr val="CCCCCC"/>
            </a:solidFill>
            <a:prstDash val="solid"/>
            <a:round/>
            <a:headEnd type="none" w="med" len="med"/>
            <a:tailEnd type="none" w="med" len="med"/>
          </a:ln>
        </p:spPr>
      </p:cxnSp>
      <p:cxnSp>
        <p:nvCxnSpPr>
          <p:cNvPr id="126" name="Google Shape;48;p2">
            <a:extLst xmlns:a="http://schemas.openxmlformats.org/drawingml/2006/main">
              <a:ext uri="{FF2B5EF4-FFF2-40B4-BE49-F238E27FC236}">
                <a16:creationId xmlns:a16="http://schemas.microsoft.com/office/drawing/2014/main" id="{14BF5931-E9EB-4AF8-8929-793AAF7B6C3C}"/>
              </a:ext>
            </a:extLst>
          </p:cNvPr>
          <p:cNvCxnSpPr/>
          <p:nvPr/>
        </p:nvCxnSpPr>
        <p:spPr>
          <a:xfrm xmlns:a="http://schemas.openxmlformats.org/drawingml/2006/main">
            <a:off x="7603480" y="1500381"/>
            <a:ext cx="0" cy="8590500"/>
          </a:xfrm>
          <a:prstGeom xmlns:a="http://schemas.openxmlformats.org/drawingml/2006/main" prst="straightConnector1">
            <a:avLst/>
          </a:prstGeom>
          <a:ln xmlns:a="http://schemas.openxmlformats.org/drawingml/2006/main" w="9525" cap="flat">
            <a:solidFill>
              <a:srgbClr val="CCCCCC"/>
            </a:solidFill>
            <a:prstDash val="solid"/>
            <a:round/>
            <a:headEnd type="none" w="med" len="med"/>
            <a:tailEnd type="none" w="med" len="med"/>
          </a:ln>
        </p:spPr>
      </p:cxnSp>
      <p:sp>
        <p:nvSpPr>
          <p:cNvPr id="50" name="Google Shape;50;p2">
            <a:extLst xmlns:a="http://schemas.openxmlformats.org/drawingml/2006/main">
              <a:ext uri="{FF2B5EF4-FFF2-40B4-BE49-F238E27FC236}">
                <a16:creationId xmlns:a16="http://schemas.microsoft.com/office/drawing/2014/main" id="{20E49CC1-7FF3-4A3B-8AED-7D838CE66778}"/>
              </a:ext>
            </a:extLst>
          </p:cNvPr>
          <p:cNvSpPr>
            <a:spLocks xmlns:a="http://schemas.openxmlformats.org/drawingml/2006/main" noGrp="1"/>
          </p:cNvSpPr>
          <p:nvPr/>
        </p:nvSpPr>
        <p:spPr>
          <a:xfrm xmlns:a="http://schemas.openxmlformats.org/drawingml/2006/main" rot="5400000" flipH="0" flipV="0">
            <a:off x="3097725" y="3727825"/>
            <a:ext cx="583500" cy="281100"/>
          </a:xfrm>
          <a:prstGeom xmlns:a="http://schemas.openxmlformats.org/drawingml/2006/main" prst="trapezoid">
            <a:avLst>
              <a:gd name="adj" fmla="val 102819"/>
            </a:avLst>
          </a:prstGeom>
          <a:solidFill xmlns:a="http://schemas.openxmlformats.org/drawingml/2006/main">
            <a:srgbClr val="4F4F4F"/>
          </a:solidFill>
          <a:ln xmlns:a="http://schemas.openxmlformats.org/drawingml/2006/main" w="9525" cmpd="sng">
            <a:solidFill>
              <a:srgbClr val="5757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51" name="Google Shape;51;p2">
            <a:extLst xmlns:a="http://schemas.openxmlformats.org/drawingml/2006/main">
              <a:ext uri="{FF2B5EF4-FFF2-40B4-BE49-F238E27FC236}">
                <a16:creationId xmlns:a16="http://schemas.microsoft.com/office/drawing/2014/main" id="{2BFF25E2-FC47-4439-9537-CA724EC1EBBA}"/>
              </a:ext>
            </a:extLst>
          </p:cNvPr>
          <p:cNvSpPr>
            <a:spLocks xmlns:a="http://schemas.openxmlformats.org/drawingml/2006/main" noGrp="1"/>
          </p:cNvSpPr>
          <p:nvPr/>
        </p:nvSpPr>
        <p:spPr>
          <a:xfrm xmlns:a="http://schemas.openxmlformats.org/drawingml/2006/main" rot="0" flipH="0" flipV="0">
            <a:off x="0" y="3413775"/>
            <a:ext cx="3529800" cy="453000"/>
          </a:xfrm>
          <a:prstGeom xmlns:a="http://schemas.openxmlformats.org/drawingml/2006/main" prst="rect">
            <a:avLst/>
          </a:prstGeom>
          <a:solidFill xmlns:a="http://schemas.openxmlformats.org/drawingml/2006/main">
            <a:srgbClr val="666666"/>
          </a:solidFill>
          <a:ln xmlns:a="http://schemas.openxmlformats.org/drawingml/2006/main" w="9525" cmpd="sng">
            <a:solidFill>
              <a:srgbClr val="5757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53" name="Google Shape;53;p2">
            <a:extLst xmlns:a="http://schemas.openxmlformats.org/drawingml/2006/main">
              <a:ext uri="{FF2B5EF4-FFF2-40B4-BE49-F238E27FC236}">
                <a16:creationId xmlns:a16="http://schemas.microsoft.com/office/drawing/2014/main" id="{9FEE8C8D-247C-4387-870A-C8743A996120}"/>
              </a:ext>
            </a:extLst>
          </p:cNvPr>
          <p:cNvSpPr>
            <a:spLocks xmlns:a="http://schemas.openxmlformats.org/drawingml/2006/main" noGrp="1"/>
          </p:cNvSpPr>
          <p:nvPr/>
        </p:nvSpPr>
        <p:spPr>
          <a:xfrm xmlns:a="http://schemas.openxmlformats.org/drawingml/2006/main" rot="5400000" flipH="0" flipV="0">
            <a:off x="7580398" y="3181150"/>
            <a:ext cx="815908" cy="281100"/>
          </a:xfrm>
          <a:prstGeom xmlns:a="http://schemas.openxmlformats.org/drawingml/2006/main" prst="trapezoid">
            <a:avLst>
              <a:gd name="adj" fmla="val 102819"/>
            </a:avLst>
          </a:prstGeom>
          <a:solidFill xmlns:a="http://schemas.openxmlformats.org/drawingml/2006/main">
            <a:srgbClr val="4F4F4F"/>
          </a:solidFill>
          <a:ln xmlns:a="http://schemas.openxmlformats.org/drawingml/2006/main" w="9525" cmpd="sng">
            <a:solidFill>
              <a:srgbClr val="5757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54" name="Google Shape;54;p2">
            <a:extLst xmlns:a="http://schemas.openxmlformats.org/drawingml/2006/main">
              <a:ext uri="{FF2B5EF4-FFF2-40B4-BE49-F238E27FC236}">
                <a16:creationId xmlns:a16="http://schemas.microsoft.com/office/drawing/2014/main" id="{77910509-2FB0-4FDB-9E9A-D636122EB51F}"/>
              </a:ext>
            </a:extLst>
          </p:cNvPr>
          <p:cNvSpPr>
            <a:spLocks xmlns:a="http://schemas.openxmlformats.org/drawingml/2006/main" noGrp="1"/>
          </p:cNvSpPr>
          <p:nvPr/>
        </p:nvSpPr>
        <p:spPr>
          <a:xfrm xmlns:a="http://schemas.openxmlformats.org/drawingml/2006/main" rot="0" flipH="0" flipV="0">
            <a:off x="3248850" y="2867100"/>
            <a:ext cx="4935719" cy="453000"/>
          </a:xfrm>
          <a:prstGeom xmlns:a="http://schemas.openxmlformats.org/drawingml/2006/main" prst="rect">
            <a:avLst/>
          </a:prstGeom>
          <a:solidFill xmlns:a="http://schemas.openxmlformats.org/drawingml/2006/main">
            <a:srgbClr val="666666"/>
          </a:solidFill>
          <a:ln xmlns:a="http://schemas.openxmlformats.org/drawingml/2006/main" w="9525" cmpd="sng">
            <a:solidFill>
              <a:srgbClr val="5757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56" name="Google Shape;56;p2">
            <a:extLst xmlns:a="http://schemas.openxmlformats.org/drawingml/2006/main">
              <a:ext uri="{FF2B5EF4-FFF2-40B4-BE49-F238E27FC236}">
                <a16:creationId xmlns:a16="http://schemas.microsoft.com/office/drawing/2014/main" id="{BA0E452F-FF11-489D-A689-E030BC39C089}"/>
              </a:ext>
            </a:extLst>
          </p:cNvPr>
          <p:cNvSpPr>
            <a:spLocks xmlns:a="http://schemas.openxmlformats.org/drawingml/2006/main" noGrp="1"/>
          </p:cNvSpPr>
          <p:nvPr/>
        </p:nvSpPr>
        <p:spPr>
          <a:xfrm xmlns:a="http://schemas.openxmlformats.org/drawingml/2006/main" rot="5400000" flipH="0" flipV="0">
            <a:off x="7580398" y="7480325"/>
            <a:ext cx="815908" cy="281100"/>
          </a:xfrm>
          <a:prstGeom xmlns:a="http://schemas.openxmlformats.org/drawingml/2006/main" prst="trapezoid">
            <a:avLst>
              <a:gd name="adj" fmla="val 102819"/>
            </a:avLst>
          </a:prstGeom>
          <a:solidFill xmlns:a="http://schemas.openxmlformats.org/drawingml/2006/main">
            <a:srgbClr val="4F4F4F"/>
          </a:solidFill>
          <a:ln xmlns:a="http://schemas.openxmlformats.org/drawingml/2006/main" w="9525" cmpd="sng">
            <a:solidFill>
              <a:srgbClr val="5757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57" name="Google Shape;57;p2">
            <a:extLst xmlns:a="http://schemas.openxmlformats.org/drawingml/2006/main">
              <a:ext uri="{FF2B5EF4-FFF2-40B4-BE49-F238E27FC236}">
                <a16:creationId xmlns:a16="http://schemas.microsoft.com/office/drawing/2014/main" id="{8747D5BC-ED28-44BB-AA52-EEA704E2F406}"/>
              </a:ext>
            </a:extLst>
          </p:cNvPr>
          <p:cNvSpPr>
            <a:spLocks xmlns:a="http://schemas.openxmlformats.org/drawingml/2006/main" noGrp="1"/>
          </p:cNvSpPr>
          <p:nvPr/>
        </p:nvSpPr>
        <p:spPr>
          <a:xfrm xmlns:a="http://schemas.openxmlformats.org/drawingml/2006/main" rot="0" flipH="0" flipV="0">
            <a:off x="3248850" y="7166275"/>
            <a:ext cx="4935719" cy="453000"/>
          </a:xfrm>
          <a:prstGeom xmlns:a="http://schemas.openxmlformats.org/drawingml/2006/main" prst="rect">
            <a:avLst/>
          </a:prstGeom>
          <a:solidFill xmlns:a="http://schemas.openxmlformats.org/drawingml/2006/main">
            <a:srgbClr val="666666"/>
          </a:solidFill>
          <a:ln xmlns:a="http://schemas.openxmlformats.org/drawingml/2006/main" w="9525" cmpd="sng">
            <a:solidFill>
              <a:srgbClr val="57575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58" name="Google Shape;58;p2">
            <a:extLst xmlns:a="http://schemas.openxmlformats.org/drawingml/2006/main">
              <a:ext uri="{FF2B5EF4-FFF2-40B4-BE49-F238E27FC236}">
                <a16:creationId xmlns:a16="http://schemas.microsoft.com/office/drawing/2014/main" id="{F785D080-B54A-41A9-B57A-6A727FEE7BB5}"/>
              </a:ext>
            </a:extLst>
          </p:cNvPr>
          <p:cNvSpPr>
            <a:spLocks xmlns:a="http://schemas.openxmlformats.org/drawingml/2006/main" noGrp="1"/>
          </p:cNvSpPr>
          <p:nvPr/>
        </p:nvSpPr>
        <p:spPr>
          <a:xfrm xmlns:a="http://schemas.openxmlformats.org/drawingml/2006/main">
            <a:off x="188700" y="3410750"/>
            <a:ext cx="3074400" cy="4632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t">
            <a:normAutofit lnSpcReduction="10000"/>
          </a:bodyPr>
          <a:lstStyle xmlns:a="http://schemas.openxmlformats.org/drawingml/2006/main"/>
          <a:p xmlns:a="http://schemas.openxmlformats.org/drawingml/2006/main">
            <a:pPr marL="0" lvl="0" indent="0" algn="ctr">
              <a:spcBef>
                <a:spcPts val="0"/>
              </a:spcBef>
              <a:spcAft>
                <a:spcPts val="0"/>
              </a:spcAft>
              <a:buNone/>
            </a:pPr>
            <a:r>
              <a:rPr sz="1900">
                <a:solidFill>
                  <a:srgbClr val="EEEEEE"/>
                </a:solidFill>
                <a:latin typeface="Google Sans SemiBold"/>
                <a:ea typeface="Google Sans SemiBold"/>
                <a:cs typeface="Google Sans SemiBold"/>
              </a:rPr>
              <a:t>Key Insights </a:t>
            </a:r>
            <a:endParaRPr sz="1900">
              <a:solidFill>
                <a:srgbClr val="EEEEEE"/>
              </a:solidFill>
              <a:latin typeface="Google Sans SemiBold"/>
              <a:ea typeface="Google Sans SemiBold"/>
              <a:cs typeface="Google Sans SemiBold"/>
            </a:endParaRPr>
          </a:p>
        </p:txBody>
      </p:sp>
      <p:sp>
        <p:nvSpPr>
          <p:cNvPr id="59" name="Google Shape;59;p2">
            <a:extLst xmlns:a="http://schemas.openxmlformats.org/drawingml/2006/main">
              <a:ext uri="{FF2B5EF4-FFF2-40B4-BE49-F238E27FC236}">
                <a16:creationId xmlns:a16="http://schemas.microsoft.com/office/drawing/2014/main" id="{3DB8278E-7903-4CE6-9A61-872A153979E2}"/>
              </a:ext>
            </a:extLst>
          </p:cNvPr>
          <p:cNvSpPr>
            <a:spLocks xmlns:a="http://schemas.openxmlformats.org/drawingml/2006/main" noGrp="1"/>
          </p:cNvSpPr>
          <p:nvPr/>
        </p:nvSpPr>
        <p:spPr>
          <a:xfrm xmlns:a="http://schemas.openxmlformats.org/drawingml/2006/main">
            <a:off x="3263100" y="2852500"/>
            <a:ext cx="4334100" cy="4500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t">
            <a:normAutofit lnSpcReduction="10000"/>
          </a:bodyPr>
          <a:lstStyle xmlns:a="http://schemas.openxmlformats.org/drawingml/2006/main"/>
          <a:p xmlns:a="http://schemas.openxmlformats.org/drawingml/2006/main">
            <a:pPr marL="0" lvl="0" indent="0" algn="ctr">
              <a:spcBef>
                <a:spcPts val="0"/>
              </a:spcBef>
              <a:spcAft>
                <a:spcPts val="0"/>
              </a:spcAft>
              <a:buNone/>
            </a:pPr>
            <a:r>
              <a:rPr sz="1900">
                <a:solidFill>
                  <a:srgbClr val="EEEEEE"/>
                </a:solidFill>
                <a:latin typeface="Google Sans SemiBold"/>
                <a:ea typeface="Google Sans SemiBold"/>
                <a:cs typeface="Google Sans SemiBold"/>
              </a:rPr>
              <a:t>Details </a:t>
            </a:r>
            <a:endParaRPr sz="1900">
              <a:solidFill>
                <a:srgbClr val="EEEEEE"/>
              </a:solidFill>
              <a:latin typeface="Google Sans SemiBold"/>
              <a:ea typeface="Google Sans SemiBold"/>
              <a:cs typeface="Google Sans SemiBold"/>
            </a:endParaRPr>
          </a:p>
        </p:txBody>
      </p:sp>
      <p:sp>
        <p:nvSpPr>
          <p:cNvPr id="60" name="Google Shape;60;p2">
            <a:extLst xmlns:a="http://schemas.openxmlformats.org/drawingml/2006/main">
              <a:ext uri="{FF2B5EF4-FFF2-40B4-BE49-F238E27FC236}">
                <a16:creationId xmlns:a16="http://schemas.microsoft.com/office/drawing/2014/main" id="{BD2526EA-F555-43E4-A496-843F0E53BBAC}"/>
              </a:ext>
            </a:extLst>
          </p:cNvPr>
          <p:cNvSpPr>
            <a:spLocks xmlns:a="http://schemas.openxmlformats.org/drawingml/2006/main" noGrp="1"/>
          </p:cNvSpPr>
          <p:nvPr/>
        </p:nvSpPr>
        <p:spPr>
          <a:xfrm xmlns:a="http://schemas.openxmlformats.org/drawingml/2006/main">
            <a:off x="3263100" y="7164075"/>
            <a:ext cx="4334100" cy="4500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t">
            <a:normAutofit lnSpcReduction="10000"/>
          </a:bodyPr>
          <a:lstStyle xmlns:a="http://schemas.openxmlformats.org/drawingml/2006/main"/>
          <a:p xmlns:a="http://schemas.openxmlformats.org/drawingml/2006/main">
            <a:pPr marL="0" lvl="0" indent="0" algn="ctr">
              <a:spcBef>
                <a:spcPts val="0"/>
              </a:spcBef>
              <a:spcAft>
                <a:spcPts val="0"/>
              </a:spcAft>
              <a:buNone/>
            </a:pPr>
            <a:r>
              <a:rPr sz="1900">
                <a:solidFill>
                  <a:srgbClr val="EEEEEE"/>
                </a:solidFill>
                <a:latin typeface="Google Sans SemiBold"/>
                <a:ea typeface="Google Sans SemiBold"/>
                <a:cs typeface="Google Sans SemiBold"/>
              </a:rPr>
              <a:t>Next Steps </a:t>
            </a:r>
            <a:endParaRPr sz="1900">
              <a:solidFill>
                <a:srgbClr val="EEEEEE"/>
              </a:solidFill>
              <a:latin typeface="Google Sans SemiBold"/>
              <a:ea typeface="Google Sans SemiBold"/>
              <a:cs typeface="Google Sans SemiBold"/>
            </a:endParaRPr>
          </a:p>
        </p:txBody>
      </p:sp>
      <p:sp>
        <p:nvSpPr>
          <p:cNvPr id="61" name="Google Shape;61;p2">
            <a:extLst xmlns:a="http://schemas.openxmlformats.org/drawingml/2006/main">
              <a:ext uri="{FF2B5EF4-FFF2-40B4-BE49-F238E27FC236}">
                <a16:creationId xmlns:a16="http://schemas.microsoft.com/office/drawing/2014/main" id="{08D2942A-B99D-4D8C-A9D1-84657F690F8F}"/>
              </a:ext>
            </a:extLst>
          </p:cNvPr>
          <p:cNvSpPr>
            <a:spLocks xmlns:a="http://schemas.openxmlformats.org/drawingml/2006/main" noGrp="1"/>
          </p:cNvSpPr>
          <p:nvPr/>
        </p:nvSpPr>
        <p:spPr>
          <a:xfrm xmlns:a="http://schemas.openxmlformats.org/drawingml/2006/main">
            <a:off x="159875" y="441000"/>
            <a:ext cx="7458900" cy="5079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sz="2100" b="1">
                <a:latin typeface="Google Sans"/>
                <a:ea typeface="Google Sans"/>
                <a:cs typeface="Google Sans"/>
              </a:rPr>
              <a:t>Click here to edit title</a:t>
            </a:r>
            <a:endParaRPr sz="2100" b="1">
              <a:latin typeface="Google Sans"/>
              <a:ea typeface="Google Sans"/>
              <a:cs typeface="Google Sans"/>
            </a:endParaRPr>
          </a:p>
        </p:txBody>
      </p:sp>
      <p:sp>
        <p:nvSpPr>
          <p:cNvPr id="62" name="Google Shape;62;p2">
            <a:extLst xmlns:a="http://schemas.openxmlformats.org/drawingml/2006/main">
              <a:ext uri="{FF2B5EF4-FFF2-40B4-BE49-F238E27FC236}">
                <a16:creationId xmlns:a16="http://schemas.microsoft.com/office/drawing/2014/main" id="{2ABF6197-42A2-4423-A46D-0238946BA38F}"/>
              </a:ext>
            </a:extLst>
          </p:cNvPr>
          <p:cNvSpPr>
            <a:spLocks xmlns:a="http://schemas.openxmlformats.org/drawingml/2006/main" noGrp="1"/>
          </p:cNvSpPr>
          <p:nvPr/>
        </p:nvSpPr>
        <p:spPr>
          <a:xfrm xmlns:a="http://schemas.openxmlformats.org/drawingml/2006/main">
            <a:off x="1763100" y="948050"/>
            <a:ext cx="42462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lnSpc>
                <a:spcPct val="115000"/>
              </a:lnSpc>
              <a:spcBef>
                <a:spcPts val="0"/>
              </a:spcBef>
              <a:spcAft>
                <a:spcPts val="1200"/>
              </a:spcAft>
              <a:buNone/>
            </a:pPr>
            <a:r>
              <a:rPr sz="1200">
                <a:latin typeface="PT Sans Narrow"/>
                <a:ea typeface="PT Sans Narrow"/>
                <a:cs typeface="PT Sans Narrow"/>
              </a:rPr>
              <a:t>Click here to edit subtitle</a:t>
            </a:r>
            <a:endParaRPr sz="1200">
              <a:solidFill>
                <a:srgbClr val="000000"/>
              </a:solidFill>
              <a:latin typeface="PT Sans Narrow"/>
              <a:ea typeface="PT Sans Narrow"/>
              <a:cs typeface="PT Sans Narrow"/>
            </a:endParaRPr>
          </a:p>
        </p:txBody>
      </p:sp>
      <p:sp>
        <p:nvSpPr>
          <p:cNvPr id="63" name="Google Shape;63;p2">
            <a:extLst xmlns:a="http://schemas.openxmlformats.org/drawingml/2006/main">
              <a:ext uri="{FF2B5EF4-FFF2-40B4-BE49-F238E27FC236}">
                <a16:creationId xmlns:a16="http://schemas.microsoft.com/office/drawing/2014/main" id="{2FEC2B60-B7C7-42B8-8066-BA7BD325B88F}"/>
              </a:ext>
            </a:extLst>
          </p:cNvPr>
          <p:cNvSpPr>
            <a:spLocks xmlns:a="http://schemas.openxmlformats.org/drawingml/2006/main" noGrp="1"/>
          </p:cNvSpPr>
          <p:nvPr>
            <p:ph type="pic" idx="2"/>
          </p:nvPr>
        </p:nvSpPr>
        <p:spPr>
          <a:xfrm xmlns:a="http://schemas.openxmlformats.org/drawingml/2006/main">
            <a:off x="4583375" y="3389400"/>
            <a:ext cx="3035400" cy="2495700"/>
          </a:xfrm>
          <a:prstGeom xmlns:a="http://schemas.openxmlformats.org/drawingml/2006/main" prst="rect">
            <a:avLst/>
          </a:prstGeom>
          <a:noFill xmlns:a="http://schemas.openxmlformats.org/drawingml/2006/main"/>
          <a:ln xmlns:a="http://schemas.openxmlformats.org/drawingml/2006/main" w="19050" cmpd="sng">
            <a:solidFill>
              <a:srgbClr val="000000"/>
            </a:solidFill>
            <a:prstDash val="solid"/>
            <a:headEnd type="none" w="sm" len="sm"/>
            <a:tailEnd type="none" w="sm" len="sm"/>
          </a:ln>
        </p:spPr>
      </p:sp>
      <p:sp>
        <p:nvSpPr>
          <p:cNvPr id="64" name="Google Shape;64;p2">
            <a:extLst xmlns:a="http://schemas.openxmlformats.org/drawingml/2006/main">
              <a:ext uri="{FF2B5EF4-FFF2-40B4-BE49-F238E27FC236}">
                <a16:creationId xmlns:a16="http://schemas.microsoft.com/office/drawing/2014/main" id="{C62A2E38-E351-43A9-A32D-B0B866CDD41C}"/>
              </a:ext>
            </a:extLst>
          </p:cNvPr>
          <p:cNvSpPr>
            <a:spLocks xmlns:a="http://schemas.openxmlformats.org/drawingml/2006/main" noGrp="1"/>
          </p:cNvSpPr>
          <p:nvPr/>
        </p:nvSpPr>
        <p:spPr>
          <a:xfrm xmlns:a="http://schemas.openxmlformats.org/drawingml/2006/main">
            <a:off x="4541175" y="5895125"/>
            <a:ext cx="3074400" cy="28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70000" lnSpcReduction="20000"/>
          </a:bodyPr>
          <a:lstStyle xmlns:a="http://schemas.openxmlformats.org/drawingml/2006/main"/>
          <a:p xmlns:a="http://schemas.openxmlformats.org/drawingml/2006/main">
            <a:pPr marL="0" lvl="0" indent="0" algn="l">
              <a:lnSpc>
                <a:spcPct val="105000"/>
              </a:lnSpc>
              <a:spcBef>
                <a:spcPts val="0"/>
              </a:spcBef>
              <a:spcAft>
                <a:spcPts val="0"/>
              </a:spcAft>
              <a:buNone/>
            </a:pPr>
            <a:r>
              <a:rPr sz="1100" i="1">
                <a:latin typeface="Lato"/>
                <a:ea typeface="Lato"/>
                <a:cs typeface="Lato"/>
              </a:rPr>
              <a:t>Image Alt-Text Here</a:t>
            </a:r>
            <a:endParaRPr sz="1100" i="1">
              <a:solidFill>
                <a:srgbClr val="000000"/>
              </a:solidFill>
              <a:latin typeface="Lato"/>
              <a:ea typeface="Lato"/>
              <a:cs typeface="Lato"/>
            </a:endParaRPr>
          </a:p>
        </p:txBody>
      </p:sp>
    </p:spTree>
  </p:cSld>
</p:sldLayout>
</file>

<file path=ppt/slideLayouts/slideLayout2.xml><?xml version="1.0" encoding="utf-8"?>
<p:sldLayout xmlns:p="http://schemas.openxmlformats.org/presentationml/2006/main" matchingName="Layout 2">
  <p:cSld name="TITLE_1">
    <p:spTree>
      <p:nvGrpSpPr>
        <p:cNvPr id="1" name=""/>
        <p:cNvGrpSpPr/>
        <p:nvPr/>
      </p:nvGrpSpPr>
      <p:grpSpPr>
        <a:xfrm xmlns:a="http://schemas.openxmlformats.org/drawingml/2006/main"/>
      </p:grpSpPr>
      <p:cxnSp>
        <p:nvCxnSpPr>
          <p:cNvPr id="113" name="Google Shape;66;p3">
            <a:extLst xmlns:a="http://schemas.openxmlformats.org/drawingml/2006/main">
              <a:ext uri="{FF2B5EF4-FFF2-40B4-BE49-F238E27FC236}">
                <a16:creationId xmlns:a16="http://schemas.microsoft.com/office/drawing/2014/main" id="{6111A1AC-D8B7-4B7B-AA52-C158AAA7056F}"/>
              </a:ext>
            </a:extLst>
          </p:cNvPr>
          <p:cNvCxnSpPr>
            <a:stCxn xmlns:a="http://schemas.openxmlformats.org/drawingml/2006/main" id="67" idx="1"/>
          </p:cNvCxnSpPr>
          <p:nvPr/>
        </p:nvCxnSpPr>
        <p:spPr>
          <a:xfrm xmlns:a="http://schemas.openxmlformats.org/drawingml/2006/main">
            <a:off x="3033472" y="937660"/>
            <a:ext cx="15900" cy="6568200"/>
          </a:xfrm>
          <a:prstGeom xmlns:a="http://schemas.openxmlformats.org/drawingml/2006/main" prst="straightConnector1">
            <a:avLst/>
          </a:prstGeom>
          <a:ln xmlns:a="http://schemas.openxmlformats.org/drawingml/2006/main" w="9525" cap="flat">
            <a:solidFill>
              <a:srgbClr val="CCCCCC"/>
            </a:solidFill>
            <a:prstDash val="solid"/>
            <a:round/>
            <a:headEnd type="none" w="med" len="med"/>
            <a:tailEnd type="none" w="med" len="med"/>
          </a:ln>
        </p:spPr>
      </p:cxnSp>
      <p:sp>
        <p:nvSpPr>
          <p:cNvPr id="69" name="Google Shape;69;p3">
            <a:extLst xmlns:a="http://schemas.openxmlformats.org/drawingml/2006/main">
              <a:ext uri="{FF2B5EF4-FFF2-40B4-BE49-F238E27FC236}">
                <a16:creationId xmlns:a16="http://schemas.microsoft.com/office/drawing/2014/main" id="{A86AE9BB-4240-45D5-880B-A0F34BB434ED}"/>
              </a:ext>
            </a:extLst>
          </p:cNvPr>
          <p:cNvSpPr>
            <a:spLocks xmlns:a="http://schemas.openxmlformats.org/drawingml/2006/main" noGrp="1"/>
          </p:cNvSpPr>
          <p:nvPr/>
        </p:nvSpPr>
        <p:spPr>
          <a:xfrm xmlns:a="http://schemas.openxmlformats.org/drawingml/2006/main" rot="-5400000" flipH="0" flipV="0">
            <a:off x="907745" y="891562"/>
            <a:ext cx="460745" cy="24297"/>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70" name="Google Shape;70;p3">
            <a:extLst xmlns:a="http://schemas.openxmlformats.org/drawingml/2006/main">
              <a:ext uri="{FF2B5EF4-FFF2-40B4-BE49-F238E27FC236}">
                <a16:creationId xmlns:a16="http://schemas.microsoft.com/office/drawing/2014/main" id="{DAEFE4E7-A0B3-4B1E-AA2B-EA5D4FF63521}"/>
              </a:ext>
            </a:extLst>
          </p:cNvPr>
          <p:cNvSpPr>
            <a:spLocks xmlns:a="http://schemas.openxmlformats.org/drawingml/2006/main" noGrp="1"/>
          </p:cNvSpPr>
          <p:nvPr/>
        </p:nvSpPr>
        <p:spPr>
          <a:xfrm xmlns:a="http://schemas.openxmlformats.org/drawingml/2006/main" rot="-5400000" flipH="0" flipV="0">
            <a:off x="2803146" y="891562"/>
            <a:ext cx="460745" cy="24297"/>
          </a:xfrm>
          <a:prstGeom xmlns:a="http://schemas.openxmlformats.org/drawingml/2006/main" prst="rect">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71" name="Google Shape;71;p3">
            <a:extLst xmlns:a="http://schemas.openxmlformats.org/drawingml/2006/main">
              <a:ext uri="{FF2B5EF4-FFF2-40B4-BE49-F238E27FC236}">
                <a16:creationId xmlns:a16="http://schemas.microsoft.com/office/drawing/2014/main" id="{6EDEBFE6-9783-49C2-9D76-75A34C691AA0}"/>
              </a:ext>
            </a:extLst>
          </p:cNvPr>
          <p:cNvSpPr>
            <a:spLocks xmlns:a="http://schemas.openxmlformats.org/drawingml/2006/main" noGrp="1"/>
          </p:cNvSpPr>
          <p:nvPr/>
        </p:nvSpPr>
        <p:spPr>
          <a:xfrm xmlns:a="http://schemas.openxmlformats.org/drawingml/2006/main" rot="-5400000" flipH="0" flipV="0">
            <a:off x="4698547" y="891562"/>
            <a:ext cx="460745" cy="24297"/>
          </a:xfrm>
          <a:prstGeom xmlns:a="http://schemas.openxmlformats.org/drawingml/2006/main" prst="rect">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72" name="Google Shape;72;p3">
            <a:extLst xmlns:a="http://schemas.openxmlformats.org/drawingml/2006/main">
              <a:ext uri="{FF2B5EF4-FFF2-40B4-BE49-F238E27FC236}">
                <a16:creationId xmlns:a16="http://schemas.microsoft.com/office/drawing/2014/main" id="{EDD1B976-C754-4195-B46A-D75F55098B54}"/>
              </a:ext>
            </a:extLst>
          </p:cNvPr>
          <p:cNvSpPr>
            <a:spLocks xmlns:a="http://schemas.openxmlformats.org/drawingml/2006/main" noGrp="1"/>
          </p:cNvSpPr>
          <p:nvPr/>
        </p:nvSpPr>
        <p:spPr>
          <a:xfrm xmlns:a="http://schemas.openxmlformats.org/drawingml/2006/main" rot="-5400000" flipH="0" flipV="0">
            <a:off x="6593946" y="891562"/>
            <a:ext cx="460745" cy="24297"/>
          </a:xfrm>
          <a:prstGeom xmlns:a="http://schemas.openxmlformats.org/drawingml/2006/main" prst="rect">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74" name="Google Shape;74;p3">
            <a:extLst xmlns:a="http://schemas.openxmlformats.org/drawingml/2006/main">
              <a:ext uri="{FF2B5EF4-FFF2-40B4-BE49-F238E27FC236}">
                <a16:creationId xmlns:a16="http://schemas.microsoft.com/office/drawing/2014/main" id="{440EECA1-F740-4862-B91F-BF1AC6E348DE}"/>
              </a:ext>
            </a:extLst>
          </p:cNvPr>
          <p:cNvSpPr>
            <a:spLocks xmlns:a="http://schemas.openxmlformats.org/drawingml/2006/main" noGrp="1"/>
          </p:cNvSpPr>
          <p:nvPr/>
        </p:nvSpPr>
        <p:spPr>
          <a:xfrm xmlns:a="http://schemas.openxmlformats.org/drawingml/2006/main" rot="-5400000" flipH="0" flipV="0">
            <a:off x="907715" y="922571"/>
            <a:ext cx="460741" cy="24277"/>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75" name="Google Shape;75;p3">
            <a:extLst xmlns:a="http://schemas.openxmlformats.org/drawingml/2006/main">
              <a:ext uri="{FF2B5EF4-FFF2-40B4-BE49-F238E27FC236}">
                <a16:creationId xmlns:a16="http://schemas.microsoft.com/office/drawing/2014/main" id="{E8B3C909-506B-4684-A5DC-F5B118C608B8}"/>
              </a:ext>
            </a:extLst>
          </p:cNvPr>
          <p:cNvSpPr>
            <a:spLocks xmlns:a="http://schemas.openxmlformats.org/drawingml/2006/main" noGrp="1"/>
          </p:cNvSpPr>
          <p:nvPr/>
        </p:nvSpPr>
        <p:spPr>
          <a:xfrm xmlns:a="http://schemas.openxmlformats.org/drawingml/2006/main" rot="-5400000" flipH="0" flipV="0">
            <a:off x="2803102" y="922571"/>
            <a:ext cx="460741" cy="24277"/>
          </a:xfrm>
          <a:prstGeom xmlns:a="http://schemas.openxmlformats.org/drawingml/2006/main" prst="rect">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76" name="Google Shape;76;p3">
            <a:extLst xmlns:a="http://schemas.openxmlformats.org/drawingml/2006/main">
              <a:ext uri="{FF2B5EF4-FFF2-40B4-BE49-F238E27FC236}">
                <a16:creationId xmlns:a16="http://schemas.microsoft.com/office/drawing/2014/main" id="{F03A636C-8BAD-4685-A694-1E6BE06D5F8F}"/>
              </a:ext>
            </a:extLst>
          </p:cNvPr>
          <p:cNvSpPr>
            <a:spLocks xmlns:a="http://schemas.openxmlformats.org/drawingml/2006/main" noGrp="1"/>
          </p:cNvSpPr>
          <p:nvPr/>
        </p:nvSpPr>
        <p:spPr>
          <a:xfrm xmlns:a="http://schemas.openxmlformats.org/drawingml/2006/main" rot="-5400000" flipH="0" flipV="0">
            <a:off x="4698489" y="922571"/>
            <a:ext cx="460741" cy="24277"/>
          </a:xfrm>
          <a:prstGeom xmlns:a="http://schemas.openxmlformats.org/drawingml/2006/main" prst="rect">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77" name="Google Shape;77;p3">
            <a:extLst xmlns:a="http://schemas.openxmlformats.org/drawingml/2006/main">
              <a:ext uri="{FF2B5EF4-FFF2-40B4-BE49-F238E27FC236}">
                <a16:creationId xmlns:a16="http://schemas.microsoft.com/office/drawing/2014/main" id="{13B4CD82-DB53-44C2-ACCE-6F899A4B8367}"/>
              </a:ext>
            </a:extLst>
          </p:cNvPr>
          <p:cNvSpPr>
            <a:spLocks xmlns:a="http://schemas.openxmlformats.org/drawingml/2006/main" noGrp="1"/>
          </p:cNvSpPr>
          <p:nvPr/>
        </p:nvSpPr>
        <p:spPr>
          <a:xfrm xmlns:a="http://schemas.openxmlformats.org/drawingml/2006/main" rot="-5400000" flipH="0" flipV="0">
            <a:off x="6593874" y="922571"/>
            <a:ext cx="460741" cy="24277"/>
          </a:xfrm>
          <a:prstGeom xmlns:a="http://schemas.openxmlformats.org/drawingml/2006/main" prst="rect">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
        <p:nvSpPr>
          <p:cNvPr id="78" name="Google Shape;78;p3">
            <a:extLst xmlns:a="http://schemas.openxmlformats.org/drawingml/2006/main">
              <a:ext uri="{FF2B5EF4-FFF2-40B4-BE49-F238E27FC236}">
                <a16:creationId xmlns:a16="http://schemas.microsoft.com/office/drawing/2014/main" id="{92166B32-B3E3-4F55-9F3C-4CC76C42F89D}"/>
              </a:ext>
            </a:extLst>
          </p:cNvPr>
          <p:cNvSpPr>
            <a:spLocks xmlns:a="http://schemas.openxmlformats.org/drawingml/2006/main" noGrp="1"/>
          </p:cNvSpPr>
          <p:nvPr/>
        </p:nvSpPr>
        <p:spPr>
          <a:xfrm xmlns:a="http://schemas.openxmlformats.org/drawingml/2006/main" rot="248910">
            <a:off x="7469568" y="-16320"/>
            <a:ext cx="1791494" cy="10540289"/>
          </a:xfrm>
          <a:prstGeom xmlns:a="http://schemas.openxmlformats.org/drawingml/2006/main" prst="rtTriangle">
            <a:avLst/>
          </a:prstGeom>
          <a:solidFill xmlns:a="http://schemas.openxmlformats.org/drawingml/2006/main">
            <a:srgbClr val="B7B7B7"/>
          </a:solidFill>
          <a:ln xmlns:a="http://schemas.openxmlformats.org/drawingml/2006/main" w="9525" cmpd="sng">
            <a:solidFill>
              <a:srgbClr val="CFB99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CFB991"/>
              </a:solidFill>
            </a:endParaRPr>
          </a:p>
        </p:txBody>
      </p:sp>
      <p:sp>
        <p:nvSpPr>
          <p:cNvPr id="79" name="Google Shape;79;p3">
            <a:extLst xmlns:a="http://schemas.openxmlformats.org/drawingml/2006/main">
              <a:ext uri="{FF2B5EF4-FFF2-40B4-BE49-F238E27FC236}">
                <a16:creationId xmlns:a16="http://schemas.microsoft.com/office/drawing/2014/main" id="{770B317F-A6D7-4CB1-9449-58C568BDDA95}"/>
              </a:ext>
            </a:extLst>
          </p:cNvPr>
          <p:cNvSpPr>
            <a:spLocks xmlns:a="http://schemas.openxmlformats.org/drawingml/2006/main" noGrp="1"/>
          </p:cNvSpPr>
          <p:nvPr>
            <p:ph type="pic" idx="2"/>
          </p:nvPr>
        </p:nvSpPr>
        <p:spPr>
          <a:xfrm xmlns:a="http://schemas.openxmlformats.org/drawingml/2006/main">
            <a:off x="3552088" y="1473363"/>
            <a:ext cx="3035400" cy="2495700"/>
          </a:xfrm>
          <a:prstGeom xmlns:a="http://schemas.openxmlformats.org/drawingml/2006/main" prst="rect">
            <a:avLst/>
          </a:prstGeom>
          <a:noFill xmlns:a="http://schemas.openxmlformats.org/drawingml/2006/main"/>
          <a:ln xmlns:a="http://schemas.openxmlformats.org/drawingml/2006/main" w="19050" cmpd="sng">
            <a:solidFill>
              <a:srgbClr val="000000"/>
            </a:solidFill>
            <a:prstDash val="solid"/>
            <a:headEnd type="none" w="sm" len="sm"/>
            <a:tailEnd type="none" w="sm" len="sm"/>
          </a:ln>
        </p:spPr>
      </p:sp>
      <p:sp>
        <p:nvSpPr>
          <p:cNvPr id="80" name="Google Shape;80;p3">
            <a:extLst xmlns:a="http://schemas.openxmlformats.org/drawingml/2006/main">
              <a:ext uri="{FF2B5EF4-FFF2-40B4-BE49-F238E27FC236}">
                <a16:creationId xmlns:a16="http://schemas.microsoft.com/office/drawing/2014/main" id="{36DEFF49-DE93-44BF-A01E-8493A1582854}"/>
              </a:ext>
            </a:extLst>
          </p:cNvPr>
          <p:cNvSpPr>
            <a:spLocks xmlns:a="http://schemas.openxmlformats.org/drawingml/2006/main" noGrp="1"/>
          </p:cNvSpPr>
          <p:nvPr/>
        </p:nvSpPr>
        <p:spPr>
          <a:xfrm xmlns:a="http://schemas.openxmlformats.org/drawingml/2006/main">
            <a:off x="510050" y="9659903"/>
            <a:ext cx="3081600" cy="28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70000" lnSpcReduction="20000"/>
          </a:bodyPr>
          <a:lstStyle xmlns:a="http://schemas.openxmlformats.org/drawingml/2006/main"/>
          <a:p xmlns:a="http://schemas.openxmlformats.org/drawingml/2006/main">
            <a:pPr marL="0" lvl="0" indent="0" algn="l">
              <a:lnSpc>
                <a:spcPct val="105000"/>
              </a:lnSpc>
              <a:spcBef>
                <a:spcPts val="0"/>
              </a:spcBef>
              <a:spcAft>
                <a:spcPts val="0"/>
              </a:spcAft>
              <a:buNone/>
            </a:pPr>
            <a:r>
              <a:t/>
            </a:r>
            <a:endParaRPr sz="1100" i="1">
              <a:solidFill>
                <a:srgbClr val="000000"/>
              </a:solidFill>
              <a:latin typeface="Calibri"/>
              <a:ea typeface="Calibri"/>
              <a:cs typeface="Calibri"/>
            </a:endParaRPr>
          </a:p>
        </p:txBody>
      </p:sp>
      <p:sp>
        <p:nvSpPr>
          <p:cNvPr id="81" name="Google Shape;81;p3">
            <a:extLst xmlns:a="http://schemas.openxmlformats.org/drawingml/2006/main">
              <a:ext uri="{FF2B5EF4-FFF2-40B4-BE49-F238E27FC236}">
                <a16:creationId xmlns:a16="http://schemas.microsoft.com/office/drawing/2014/main" id="{BD854322-8212-4A8A-81D5-AAECA146205B}"/>
              </a:ext>
            </a:extLst>
          </p:cNvPr>
          <p:cNvSpPr>
            <a:spLocks xmlns:a="http://schemas.openxmlformats.org/drawingml/2006/main" noGrp="1"/>
          </p:cNvSpPr>
          <p:nvPr/>
        </p:nvSpPr>
        <p:spPr>
          <a:xfrm xmlns:a="http://schemas.openxmlformats.org/drawingml/2006/main">
            <a:off x="159875" y="7502350"/>
            <a:ext cx="7612200" cy="2379300"/>
          </a:xfrm>
          <a:prstGeom xmlns:a="http://schemas.openxmlformats.org/drawingml/2006/main" prst="rect">
            <a:avLst/>
          </a:prstGeom>
          <a:noFill xmlns:a="http://schemas.openxmlformats.org/drawingml/2006/main"/>
          <a:ln xmlns:a="http://schemas.openxmlformats.org/drawingml/2006/main" w="38100" cmpd="sng">
            <a:solidFill>
              <a:srgbClr val="FF00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3" name="Google Shape;83;p3">
            <a:extLst xmlns:a="http://schemas.openxmlformats.org/drawingml/2006/main">
              <a:ext uri="{FF2B5EF4-FFF2-40B4-BE49-F238E27FC236}">
                <a16:creationId xmlns:a16="http://schemas.microsoft.com/office/drawing/2014/main" id="{7A29C8C1-B7F2-4FB3-BF67-F0BE4069B6CA}"/>
              </a:ext>
            </a:extLst>
          </p:cNvPr>
          <p:cNvSpPr>
            <a:spLocks xmlns:a="http://schemas.openxmlformats.org/drawingml/2006/main" noGrp="1"/>
          </p:cNvSpPr>
          <p:nvPr/>
        </p:nvSpPr>
        <p:spPr>
          <a:xfrm xmlns:a="http://schemas.openxmlformats.org/drawingml/2006/main" rot="-5400000" flipH="0" flipV="0">
            <a:off x="907715" y="891469"/>
            <a:ext cx="460741" cy="24277"/>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84" name="Google Shape;84;p3">
            <a:extLst xmlns:a="http://schemas.openxmlformats.org/drawingml/2006/main">
              <a:ext uri="{FF2B5EF4-FFF2-40B4-BE49-F238E27FC236}">
                <a16:creationId xmlns:a16="http://schemas.microsoft.com/office/drawing/2014/main" id="{6BE1B67D-336F-4627-A3EF-F87D4C3D15E0}"/>
              </a:ext>
            </a:extLst>
          </p:cNvPr>
          <p:cNvSpPr>
            <a:spLocks xmlns:a="http://schemas.openxmlformats.org/drawingml/2006/main" noGrp="1"/>
          </p:cNvSpPr>
          <p:nvPr/>
        </p:nvSpPr>
        <p:spPr>
          <a:xfrm xmlns:a="http://schemas.openxmlformats.org/drawingml/2006/main" rot="-5400000" flipH="0" flipV="0">
            <a:off x="2803102" y="891469"/>
            <a:ext cx="460741" cy="24277"/>
          </a:xfrm>
          <a:prstGeom xmlns:a="http://schemas.openxmlformats.org/drawingml/2006/main" prst="rect">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85" name="Google Shape;85;p3">
            <a:extLst xmlns:a="http://schemas.openxmlformats.org/drawingml/2006/main">
              <a:ext uri="{FF2B5EF4-FFF2-40B4-BE49-F238E27FC236}">
                <a16:creationId xmlns:a16="http://schemas.microsoft.com/office/drawing/2014/main" id="{47AF2B56-8293-4617-9945-254B748CFF15}"/>
              </a:ext>
            </a:extLst>
          </p:cNvPr>
          <p:cNvSpPr>
            <a:spLocks xmlns:a="http://schemas.openxmlformats.org/drawingml/2006/main" noGrp="1"/>
          </p:cNvSpPr>
          <p:nvPr/>
        </p:nvSpPr>
        <p:spPr>
          <a:xfrm xmlns:a="http://schemas.openxmlformats.org/drawingml/2006/main" rot="-5400000" flipH="0" flipV="0">
            <a:off x="4698489" y="891469"/>
            <a:ext cx="460741" cy="24277"/>
          </a:xfrm>
          <a:prstGeom xmlns:a="http://schemas.openxmlformats.org/drawingml/2006/main" prst="rect">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86" name="Google Shape;86;p3">
            <a:extLst xmlns:a="http://schemas.openxmlformats.org/drawingml/2006/main">
              <a:ext uri="{FF2B5EF4-FFF2-40B4-BE49-F238E27FC236}">
                <a16:creationId xmlns:a16="http://schemas.microsoft.com/office/drawing/2014/main" id="{C261D672-C515-49AF-9862-629F9A1F7C00}"/>
              </a:ext>
            </a:extLst>
          </p:cNvPr>
          <p:cNvSpPr>
            <a:spLocks xmlns:a="http://schemas.openxmlformats.org/drawingml/2006/main" noGrp="1"/>
          </p:cNvSpPr>
          <p:nvPr/>
        </p:nvSpPr>
        <p:spPr>
          <a:xfrm xmlns:a="http://schemas.openxmlformats.org/drawingml/2006/main" rot="-5400000" flipH="0" flipV="0">
            <a:off x="6593874" y="891469"/>
            <a:ext cx="460741" cy="24277"/>
          </a:xfrm>
          <a:prstGeom xmlns:a="http://schemas.openxmlformats.org/drawingml/2006/main" prst="rect">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88" name="Google Shape;88;p3">
            <a:extLst xmlns:a="http://schemas.openxmlformats.org/drawingml/2006/main">
              <a:ext uri="{FF2B5EF4-FFF2-40B4-BE49-F238E27FC236}">
                <a16:creationId xmlns:a16="http://schemas.microsoft.com/office/drawing/2014/main" id="{A16E820B-5B7C-4DF6-9320-6685CFF7B9CE}"/>
              </a:ext>
            </a:extLst>
          </p:cNvPr>
          <p:cNvSpPr>
            <a:spLocks xmlns:a="http://schemas.openxmlformats.org/drawingml/2006/main" noGrp="1"/>
          </p:cNvSpPr>
          <p:nvPr/>
        </p:nvSpPr>
        <p:spPr>
          <a:xfrm xmlns:a="http://schemas.openxmlformats.org/drawingml/2006/main" rot="-5400000" flipH="0" flipV="0">
            <a:off x="907715" y="922571"/>
            <a:ext cx="460741" cy="24277"/>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67" name="Google Shape;67;p3">
            <a:extLst xmlns:a="http://schemas.openxmlformats.org/drawingml/2006/main">
              <a:ext uri="{FF2B5EF4-FFF2-40B4-BE49-F238E27FC236}">
                <a16:creationId xmlns:a16="http://schemas.microsoft.com/office/drawing/2014/main" id="{AF047F61-2FDF-4C3D-80FA-3D36DB00DC08}"/>
              </a:ext>
            </a:extLst>
          </p:cNvPr>
          <p:cNvSpPr>
            <a:spLocks xmlns:a="http://schemas.openxmlformats.org/drawingml/2006/main" noGrp="1"/>
          </p:cNvSpPr>
          <p:nvPr/>
        </p:nvSpPr>
        <p:spPr>
          <a:xfrm xmlns:a="http://schemas.openxmlformats.org/drawingml/2006/main" rot="-5400000" flipH="0" flipV="0">
            <a:off x="2803102" y="922571"/>
            <a:ext cx="460741" cy="24277"/>
          </a:xfrm>
          <a:prstGeom xmlns:a="http://schemas.openxmlformats.org/drawingml/2006/main" prst="rect">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89" name="Google Shape;89;p3">
            <a:extLst xmlns:a="http://schemas.openxmlformats.org/drawingml/2006/main">
              <a:ext uri="{FF2B5EF4-FFF2-40B4-BE49-F238E27FC236}">
                <a16:creationId xmlns:a16="http://schemas.microsoft.com/office/drawing/2014/main" id="{F0494CE9-8C47-4A79-8C67-80A667AB7A0B}"/>
              </a:ext>
            </a:extLst>
          </p:cNvPr>
          <p:cNvSpPr>
            <a:spLocks xmlns:a="http://schemas.openxmlformats.org/drawingml/2006/main" noGrp="1"/>
          </p:cNvSpPr>
          <p:nvPr/>
        </p:nvSpPr>
        <p:spPr>
          <a:xfrm xmlns:a="http://schemas.openxmlformats.org/drawingml/2006/main" rot="-5400000" flipH="0" flipV="0">
            <a:off x="4698489" y="922571"/>
            <a:ext cx="460741" cy="24277"/>
          </a:xfrm>
          <a:prstGeom xmlns:a="http://schemas.openxmlformats.org/drawingml/2006/main" prst="rect">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90" name="Google Shape;90;p3">
            <a:extLst xmlns:a="http://schemas.openxmlformats.org/drawingml/2006/main">
              <a:ext uri="{FF2B5EF4-FFF2-40B4-BE49-F238E27FC236}">
                <a16:creationId xmlns:a16="http://schemas.microsoft.com/office/drawing/2014/main" id="{BF0179C5-DEA0-493A-9FB1-E02F907760AD}"/>
              </a:ext>
            </a:extLst>
          </p:cNvPr>
          <p:cNvSpPr>
            <a:spLocks xmlns:a="http://schemas.openxmlformats.org/drawingml/2006/main" noGrp="1"/>
          </p:cNvSpPr>
          <p:nvPr/>
        </p:nvSpPr>
        <p:spPr>
          <a:xfrm xmlns:a="http://schemas.openxmlformats.org/drawingml/2006/main" rot="-5400000" flipH="0" flipV="0">
            <a:off x="6593874" y="922571"/>
            <a:ext cx="460741" cy="24277"/>
          </a:xfrm>
          <a:prstGeom xmlns:a="http://schemas.openxmlformats.org/drawingml/2006/main" prst="rect">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91" name="Google Shape;91;p3">
            <a:extLst xmlns:a="http://schemas.openxmlformats.org/drawingml/2006/main">
              <a:ext uri="{FF2B5EF4-FFF2-40B4-BE49-F238E27FC236}">
                <a16:creationId xmlns:a16="http://schemas.microsoft.com/office/drawing/2014/main" id="{07191858-5450-4489-AAE9-1442B31545E6}"/>
              </a:ext>
            </a:extLst>
          </p:cNvPr>
          <p:cNvSpPr>
            <a:spLocks xmlns:a="http://schemas.openxmlformats.org/drawingml/2006/main" noGrp="1"/>
          </p:cNvSpPr>
          <p:nvPr/>
        </p:nvSpPr>
        <p:spPr>
          <a:xfrm xmlns:a="http://schemas.openxmlformats.org/drawingml/2006/main" rot="248910">
            <a:off x="7469568" y="-16320"/>
            <a:ext cx="1791494" cy="10540289"/>
          </a:xfrm>
          <a:prstGeom xmlns:a="http://schemas.openxmlformats.org/drawingml/2006/main" prst="rtTriangle">
            <a:avLst/>
          </a:prstGeom>
          <a:solidFill xmlns:a="http://schemas.openxmlformats.org/drawingml/2006/main">
            <a:srgbClr val="575757"/>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CFB991"/>
              </a:solidFill>
            </a:endParaRPr>
          </a:p>
        </p:txBody>
      </p:sp>
      <p:sp>
        <p:nvSpPr>
          <p:cNvPr id="92" name="Google Shape;92;p3">
            <a:extLst xmlns:a="http://schemas.openxmlformats.org/drawingml/2006/main">
              <a:ext uri="{FF2B5EF4-FFF2-40B4-BE49-F238E27FC236}">
                <a16:creationId xmlns:a16="http://schemas.microsoft.com/office/drawing/2014/main" id="{5AD8609D-F785-49BF-A53B-12ED2CC8B59E}"/>
              </a:ext>
            </a:extLst>
          </p:cNvPr>
          <p:cNvSpPr>
            <a:spLocks xmlns:a="http://schemas.openxmlformats.org/drawingml/2006/main" noGrp="1"/>
          </p:cNvSpPr>
          <p:nvPr/>
        </p:nvSpPr>
        <p:spPr>
          <a:xfrm xmlns:a="http://schemas.openxmlformats.org/drawingml/2006/main">
            <a:off x="290394" y="934500"/>
            <a:ext cx="2259000" cy="41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1500">
                <a:latin typeface="Work Sans"/>
                <a:ea typeface="Work Sans"/>
                <a:cs typeface="Work Sans"/>
              </a:rPr>
              <a:t>ISSUE / PROBLEM</a:t>
            </a:r>
            <a:endParaRPr sz="1500">
              <a:latin typeface="Work Sans"/>
              <a:ea typeface="Work Sans"/>
              <a:cs typeface="Work Sans"/>
            </a:endParaRPr>
          </a:p>
        </p:txBody>
      </p:sp>
      <p:sp>
        <p:nvSpPr>
          <p:cNvPr id="94" name="Google Shape;94;p3">
            <a:extLst xmlns:a="http://schemas.openxmlformats.org/drawingml/2006/main">
              <a:ext uri="{FF2B5EF4-FFF2-40B4-BE49-F238E27FC236}">
                <a16:creationId xmlns:a16="http://schemas.microsoft.com/office/drawing/2014/main" id="{AB41389C-DB28-4472-B1A3-6577ED4F59DC}"/>
              </a:ext>
            </a:extLst>
          </p:cNvPr>
          <p:cNvSpPr>
            <a:spLocks xmlns:a="http://schemas.openxmlformats.org/drawingml/2006/main" noGrp="1"/>
          </p:cNvSpPr>
          <p:nvPr/>
        </p:nvSpPr>
        <p:spPr>
          <a:xfrm xmlns:a="http://schemas.openxmlformats.org/drawingml/2006/main" rot="0" flipH="0" flipV="0">
            <a:off x="191582" y="1040825"/>
            <a:ext cx="118260" cy="187200"/>
          </a:xfrm>
          <a:prstGeom xmlns:a="http://schemas.openxmlformats.org/drawingml/2006/main" prst="chevron">
            <a:avLst>
              <a:gd name="adj" fmla="val 50000"/>
            </a:avLst>
          </a:prstGeom>
          <a:solidFill xmlns:a="http://schemas.openxmlformats.org/drawingml/2006/main">
            <a:srgbClr val="0000FF"/>
          </a:solidFill>
          <a:ln xmlns:a="http://schemas.openxmlformats.org/drawingml/2006/main" w="9525" cmpd="sng">
            <a:solidFill>
              <a:srgbClr val="0000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5" name="Google Shape;95;p3">
            <a:extLst xmlns:a="http://schemas.openxmlformats.org/drawingml/2006/main">
              <a:ext uri="{FF2B5EF4-FFF2-40B4-BE49-F238E27FC236}">
                <a16:creationId xmlns:a16="http://schemas.microsoft.com/office/drawing/2014/main" id="{F70D9508-4D9E-4620-AE8B-DB296DD32B38}"/>
              </a:ext>
            </a:extLst>
          </p:cNvPr>
          <p:cNvSpPr>
            <a:spLocks xmlns:a="http://schemas.openxmlformats.org/drawingml/2006/main" noGrp="1"/>
          </p:cNvSpPr>
          <p:nvPr/>
        </p:nvSpPr>
        <p:spPr>
          <a:xfrm xmlns:a="http://schemas.openxmlformats.org/drawingml/2006/main" rot="0" flipH="0" flipV="0">
            <a:off x="172024" y="1060250"/>
            <a:ext cx="118260" cy="146700"/>
          </a:xfrm>
          <a:prstGeom xmlns:a="http://schemas.openxmlformats.org/drawingml/2006/main" prst="chevron">
            <a:avLst>
              <a:gd name="adj" fmla="val 50000"/>
            </a:avLst>
          </a:prstGeom>
          <a:solidFill xmlns:a="http://schemas.openxmlformats.org/drawingml/2006/main">
            <a:srgbClr val="4069DD"/>
          </a:solidFill>
          <a:ln xmlns:a="http://schemas.openxmlformats.org/drawingml/2006/main" w="9525" cmpd="sng">
            <a:solidFill>
              <a:srgbClr val="4069D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6" name="Google Shape;96;p3">
            <a:extLst xmlns:a="http://schemas.openxmlformats.org/drawingml/2006/main">
              <a:ext uri="{FF2B5EF4-FFF2-40B4-BE49-F238E27FC236}">
                <a16:creationId xmlns:a16="http://schemas.microsoft.com/office/drawing/2014/main" id="{FBE513EE-20DB-43F3-9A38-53154D28AA49}"/>
              </a:ext>
            </a:extLst>
          </p:cNvPr>
          <p:cNvSpPr>
            <a:spLocks xmlns:a="http://schemas.openxmlformats.org/drawingml/2006/main" noGrp="1"/>
          </p:cNvSpPr>
          <p:nvPr/>
        </p:nvSpPr>
        <p:spPr>
          <a:xfrm xmlns:a="http://schemas.openxmlformats.org/drawingml/2006/main">
            <a:off x="308719" y="2801400"/>
            <a:ext cx="2259000" cy="41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1500">
                <a:latin typeface="Work Sans"/>
                <a:ea typeface="Work Sans"/>
                <a:cs typeface="Work Sans"/>
              </a:rPr>
              <a:t>RESPONSE </a:t>
            </a:r>
            <a:endParaRPr sz="1500">
              <a:latin typeface="Work Sans"/>
              <a:ea typeface="Work Sans"/>
              <a:cs typeface="Work Sans"/>
            </a:endParaRPr>
          </a:p>
        </p:txBody>
      </p:sp>
      <p:sp>
        <p:nvSpPr>
          <p:cNvPr id="98" name="Google Shape;98;p3">
            <a:extLst xmlns:a="http://schemas.openxmlformats.org/drawingml/2006/main">
              <a:ext uri="{FF2B5EF4-FFF2-40B4-BE49-F238E27FC236}">
                <a16:creationId xmlns:a16="http://schemas.microsoft.com/office/drawing/2014/main" id="{D5E47323-6D97-46F4-A116-5E5F9839F39A}"/>
              </a:ext>
            </a:extLst>
          </p:cNvPr>
          <p:cNvSpPr>
            <a:spLocks xmlns:a="http://schemas.openxmlformats.org/drawingml/2006/main" noGrp="1"/>
          </p:cNvSpPr>
          <p:nvPr/>
        </p:nvSpPr>
        <p:spPr>
          <a:xfrm xmlns:a="http://schemas.openxmlformats.org/drawingml/2006/main" rot="0" flipH="0" flipV="0">
            <a:off x="209907" y="2907725"/>
            <a:ext cx="118260" cy="187200"/>
          </a:xfrm>
          <a:prstGeom xmlns:a="http://schemas.openxmlformats.org/drawingml/2006/main" prst="chevron">
            <a:avLst>
              <a:gd name="adj" fmla="val 50000"/>
            </a:avLst>
          </a:prstGeom>
          <a:solidFill xmlns:a="http://schemas.openxmlformats.org/drawingml/2006/main">
            <a:srgbClr val="FF0000"/>
          </a:solidFill>
          <a:ln xmlns:a="http://schemas.openxmlformats.org/drawingml/2006/main" w="9525" cmpd="sng">
            <a:solidFill>
              <a:srgbClr val="0000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9" name="Google Shape;99;p3">
            <a:extLst xmlns:a="http://schemas.openxmlformats.org/drawingml/2006/main">
              <a:ext uri="{FF2B5EF4-FFF2-40B4-BE49-F238E27FC236}">
                <a16:creationId xmlns:a16="http://schemas.microsoft.com/office/drawing/2014/main" id="{DF923A49-EBFF-41B8-B54C-5048709B769F}"/>
              </a:ext>
            </a:extLst>
          </p:cNvPr>
          <p:cNvSpPr>
            <a:spLocks xmlns:a="http://schemas.openxmlformats.org/drawingml/2006/main" noGrp="1"/>
          </p:cNvSpPr>
          <p:nvPr/>
        </p:nvSpPr>
        <p:spPr>
          <a:xfrm xmlns:a="http://schemas.openxmlformats.org/drawingml/2006/main" rot="0" flipH="0" flipV="0">
            <a:off x="190349" y="2927150"/>
            <a:ext cx="118260" cy="146700"/>
          </a:xfrm>
          <a:prstGeom xmlns:a="http://schemas.openxmlformats.org/drawingml/2006/main" prst="chevron">
            <a:avLst>
              <a:gd name="adj" fmla="val 50000"/>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0" name="Google Shape;100;p3">
            <a:extLst xmlns:a="http://schemas.openxmlformats.org/drawingml/2006/main">
              <a:ext uri="{FF2B5EF4-FFF2-40B4-BE49-F238E27FC236}">
                <a16:creationId xmlns:a16="http://schemas.microsoft.com/office/drawing/2014/main" id="{77860531-5DD5-41A4-995B-E92630C8C81A}"/>
              </a:ext>
            </a:extLst>
          </p:cNvPr>
          <p:cNvSpPr>
            <a:spLocks xmlns:a="http://schemas.openxmlformats.org/drawingml/2006/main" noGrp="1"/>
          </p:cNvSpPr>
          <p:nvPr/>
        </p:nvSpPr>
        <p:spPr>
          <a:xfrm xmlns:a="http://schemas.openxmlformats.org/drawingml/2006/main">
            <a:off x="290394" y="5399875"/>
            <a:ext cx="2259000" cy="41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1500">
                <a:latin typeface="Work Sans"/>
                <a:ea typeface="Work Sans"/>
                <a:cs typeface="Work Sans"/>
              </a:rPr>
              <a:t>IMPACT  </a:t>
            </a:r>
            <a:endParaRPr sz="1500">
              <a:latin typeface="Work Sans"/>
              <a:ea typeface="Work Sans"/>
              <a:cs typeface="Work Sans"/>
            </a:endParaRPr>
          </a:p>
        </p:txBody>
      </p:sp>
      <p:sp>
        <p:nvSpPr>
          <p:cNvPr id="102" name="Google Shape;102;p3">
            <a:extLst xmlns:a="http://schemas.openxmlformats.org/drawingml/2006/main">
              <a:ext uri="{FF2B5EF4-FFF2-40B4-BE49-F238E27FC236}">
                <a16:creationId xmlns:a16="http://schemas.microsoft.com/office/drawing/2014/main" id="{455CD843-F4C9-4D94-91BF-DCE693D54A92}"/>
              </a:ext>
            </a:extLst>
          </p:cNvPr>
          <p:cNvSpPr>
            <a:spLocks xmlns:a="http://schemas.openxmlformats.org/drawingml/2006/main" noGrp="1"/>
          </p:cNvSpPr>
          <p:nvPr/>
        </p:nvSpPr>
        <p:spPr>
          <a:xfrm xmlns:a="http://schemas.openxmlformats.org/drawingml/2006/main" rot="0" flipH="0" flipV="0">
            <a:off x="191582" y="5506200"/>
            <a:ext cx="118260" cy="187200"/>
          </a:xfrm>
          <a:prstGeom xmlns:a="http://schemas.openxmlformats.org/drawingml/2006/main" prst="chevron">
            <a:avLst>
              <a:gd name="adj" fmla="val 50000"/>
            </a:avLst>
          </a:prstGeom>
          <a:solidFill xmlns:a="http://schemas.openxmlformats.org/drawingml/2006/main">
            <a:srgbClr val="F4B400"/>
          </a:solidFill>
          <a:ln xmlns:a="http://schemas.openxmlformats.org/drawingml/2006/main" w="9525" cmpd="sng">
            <a:solidFill>
              <a:srgbClr val="0000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3" name="Google Shape;103;p3">
            <a:extLst xmlns:a="http://schemas.openxmlformats.org/drawingml/2006/main">
              <a:ext uri="{FF2B5EF4-FFF2-40B4-BE49-F238E27FC236}">
                <a16:creationId xmlns:a16="http://schemas.microsoft.com/office/drawing/2014/main" id="{990CE8B8-9489-4F9E-B770-AD4DEFC06067}"/>
              </a:ext>
            </a:extLst>
          </p:cNvPr>
          <p:cNvSpPr>
            <a:spLocks xmlns:a="http://schemas.openxmlformats.org/drawingml/2006/main" noGrp="1"/>
          </p:cNvSpPr>
          <p:nvPr/>
        </p:nvSpPr>
        <p:spPr>
          <a:xfrm xmlns:a="http://schemas.openxmlformats.org/drawingml/2006/main" rot="0" flipH="0" flipV="0">
            <a:off x="172024" y="5525625"/>
            <a:ext cx="118260" cy="146700"/>
          </a:xfrm>
          <a:prstGeom xmlns:a="http://schemas.openxmlformats.org/drawingml/2006/main" prst="chevron">
            <a:avLst>
              <a:gd name="adj" fmla="val 50000"/>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4" name="Google Shape;104;p3">
            <a:extLst xmlns:a="http://schemas.openxmlformats.org/drawingml/2006/main">
              <a:ext uri="{FF2B5EF4-FFF2-40B4-BE49-F238E27FC236}">
                <a16:creationId xmlns:a16="http://schemas.microsoft.com/office/drawing/2014/main" id="{CC478B18-8FD2-4F86-AC60-2A9A07247A4D}"/>
              </a:ext>
            </a:extLst>
          </p:cNvPr>
          <p:cNvSpPr>
            <a:spLocks xmlns:a="http://schemas.openxmlformats.org/drawingml/2006/main" noGrp="1"/>
          </p:cNvSpPr>
          <p:nvPr/>
        </p:nvSpPr>
        <p:spPr>
          <a:xfrm xmlns:a="http://schemas.openxmlformats.org/drawingml/2006/main">
            <a:off x="-2480800" y="9126503"/>
            <a:ext cx="3081600" cy="28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70000" lnSpcReduction="20000"/>
          </a:bodyPr>
          <a:lstStyle xmlns:a="http://schemas.openxmlformats.org/drawingml/2006/main"/>
          <a:p xmlns:a="http://schemas.openxmlformats.org/drawingml/2006/main">
            <a:pPr marL="0" lvl="0" indent="0" algn="l">
              <a:lnSpc>
                <a:spcPct val="105000"/>
              </a:lnSpc>
              <a:spcBef>
                <a:spcPts val="0"/>
              </a:spcBef>
              <a:spcAft>
                <a:spcPts val="0"/>
              </a:spcAft>
              <a:buNone/>
            </a:pPr>
            <a:r>
              <a:t/>
            </a:r>
            <a:endParaRPr sz="1100" i="1">
              <a:solidFill>
                <a:srgbClr val="000000"/>
              </a:solidFill>
              <a:latin typeface="Calibri"/>
              <a:ea typeface="Calibri"/>
              <a:cs typeface="Calibri"/>
            </a:endParaRPr>
          </a:p>
        </p:txBody>
      </p:sp>
      <p:sp>
        <p:nvSpPr>
          <p:cNvPr id="105" name="Google Shape;105;p3">
            <a:extLst xmlns:a="http://schemas.openxmlformats.org/drawingml/2006/main">
              <a:ext uri="{FF2B5EF4-FFF2-40B4-BE49-F238E27FC236}">
                <a16:creationId xmlns:a16="http://schemas.microsoft.com/office/drawing/2014/main" id="{E75217A7-E078-4E27-8F6D-C0FC8D1568E3}"/>
              </a:ext>
            </a:extLst>
          </p:cNvPr>
          <p:cNvSpPr>
            <a:spLocks xmlns:a="http://schemas.openxmlformats.org/drawingml/2006/main" noGrp="1"/>
          </p:cNvSpPr>
          <p:nvPr/>
        </p:nvSpPr>
        <p:spPr>
          <a:xfrm xmlns:a="http://schemas.openxmlformats.org/drawingml/2006/main">
            <a:off x="315596" y="7502355"/>
            <a:ext cx="6273300" cy="41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1500">
                <a:latin typeface="Work Sans"/>
                <a:ea typeface="Work Sans"/>
                <a:cs typeface="Work Sans"/>
              </a:rPr>
              <a:t>KEY INSIGHTS</a:t>
            </a:r>
            <a:endParaRPr sz="1500">
              <a:latin typeface="Work Sans"/>
              <a:ea typeface="Work Sans"/>
              <a:cs typeface="Work Sans"/>
            </a:endParaRPr>
          </a:p>
        </p:txBody>
      </p:sp>
      <p:sp>
        <p:nvSpPr>
          <p:cNvPr id="107" name="Google Shape;107;p3">
            <a:extLst xmlns:a="http://schemas.openxmlformats.org/drawingml/2006/main">
              <a:ext uri="{FF2B5EF4-FFF2-40B4-BE49-F238E27FC236}">
                <a16:creationId xmlns:a16="http://schemas.microsoft.com/office/drawing/2014/main" id="{865A3468-3A16-4AEF-AB16-52E6600974E9}"/>
              </a:ext>
            </a:extLst>
          </p:cNvPr>
          <p:cNvSpPr>
            <a:spLocks xmlns:a="http://schemas.openxmlformats.org/drawingml/2006/main" noGrp="1"/>
          </p:cNvSpPr>
          <p:nvPr/>
        </p:nvSpPr>
        <p:spPr>
          <a:xfrm xmlns:a="http://schemas.openxmlformats.org/drawingml/2006/main" rot="0" flipH="0" flipV="0">
            <a:off x="191582" y="7607808"/>
            <a:ext cx="118260" cy="187200"/>
          </a:xfrm>
          <a:prstGeom xmlns:a="http://schemas.openxmlformats.org/drawingml/2006/main" prst="chevron">
            <a:avLst>
              <a:gd name="adj" fmla="val 50000"/>
            </a:avLst>
          </a:prstGeom>
          <a:solidFill xmlns:a="http://schemas.openxmlformats.org/drawingml/2006/main">
            <a:srgbClr val="0F9D58"/>
          </a:solidFill>
          <a:ln xmlns:a="http://schemas.openxmlformats.org/drawingml/2006/main" w="9525" cmpd="sng">
            <a:solidFill>
              <a:srgbClr val="0000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8" name="Google Shape;108;p3">
            <a:extLst xmlns:a="http://schemas.openxmlformats.org/drawingml/2006/main">
              <a:ext uri="{FF2B5EF4-FFF2-40B4-BE49-F238E27FC236}">
                <a16:creationId xmlns:a16="http://schemas.microsoft.com/office/drawing/2014/main" id="{742C964A-98FB-4AEA-85C6-0BB902CB7F34}"/>
              </a:ext>
            </a:extLst>
          </p:cNvPr>
          <p:cNvSpPr>
            <a:spLocks xmlns:a="http://schemas.openxmlformats.org/drawingml/2006/main" noGrp="1"/>
          </p:cNvSpPr>
          <p:nvPr/>
        </p:nvSpPr>
        <p:spPr>
          <a:xfrm xmlns:a="http://schemas.openxmlformats.org/drawingml/2006/main" rot="0" flipH="0" flipV="0">
            <a:off x="172024" y="7627233"/>
            <a:ext cx="118260" cy="146700"/>
          </a:xfrm>
          <a:prstGeom xmlns:a="http://schemas.openxmlformats.org/drawingml/2006/main" prst="chevron">
            <a:avLst>
              <a:gd name="adj" fmla="val 50000"/>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9" name="Google Shape;109;p3">
            <a:extLst xmlns:a="http://schemas.openxmlformats.org/drawingml/2006/main">
              <a:ext uri="{FF2B5EF4-FFF2-40B4-BE49-F238E27FC236}">
                <a16:creationId xmlns:a16="http://schemas.microsoft.com/office/drawing/2014/main" id="{849531DC-14E7-4414-963F-FEFE93EB2989}"/>
              </a:ext>
            </a:extLst>
          </p:cNvPr>
          <p:cNvSpPr>
            <a:spLocks xmlns:a="http://schemas.openxmlformats.org/drawingml/2006/main" noGrp="1"/>
          </p:cNvSpPr>
          <p:nvPr>
            <p:ph type="pic" idx="3"/>
          </p:nvPr>
        </p:nvSpPr>
        <p:spPr>
          <a:xfrm xmlns:a="http://schemas.openxmlformats.org/drawingml/2006/main">
            <a:off x="4054775" y="4659950"/>
            <a:ext cx="3035400" cy="2495700"/>
          </a:xfrm>
          <a:prstGeom xmlns:a="http://schemas.openxmlformats.org/drawingml/2006/main" prst="rect">
            <a:avLst/>
          </a:prstGeom>
          <a:noFill xmlns:a="http://schemas.openxmlformats.org/drawingml/2006/main"/>
          <a:ln xmlns:a="http://schemas.openxmlformats.org/drawingml/2006/main" w="19050" cmpd="sng">
            <a:solidFill>
              <a:srgbClr val="000000"/>
            </a:solidFill>
            <a:prstDash val="solid"/>
            <a:headEnd type="none" w="sm" len="sm"/>
            <a:tailEnd type="none" w="sm" len="sm"/>
          </a:ln>
        </p:spPr>
      </p:sp>
      <p:sp>
        <p:nvSpPr>
          <p:cNvPr id="110" name="Google Shape;110;p3">
            <a:extLst xmlns:a="http://schemas.openxmlformats.org/drawingml/2006/main">
              <a:ext uri="{FF2B5EF4-FFF2-40B4-BE49-F238E27FC236}">
                <a16:creationId xmlns:a16="http://schemas.microsoft.com/office/drawing/2014/main" id="{61B124FA-D07C-4FCE-A84F-549FB66193E3}"/>
              </a:ext>
            </a:extLst>
          </p:cNvPr>
          <p:cNvSpPr>
            <a:spLocks xmlns:a="http://schemas.openxmlformats.org/drawingml/2006/main" noGrp="1"/>
          </p:cNvSpPr>
          <p:nvPr/>
        </p:nvSpPr>
        <p:spPr>
          <a:xfrm xmlns:a="http://schemas.openxmlformats.org/drawingml/2006/main">
            <a:off x="159875" y="60000"/>
            <a:ext cx="7458900" cy="5079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sz="2100" b="1">
                <a:latin typeface="Google Sans"/>
                <a:ea typeface="Google Sans"/>
                <a:cs typeface="Google Sans"/>
              </a:rPr>
              <a:t>Click here to edit title</a:t>
            </a:r>
            <a:endParaRPr sz="2100" b="1">
              <a:latin typeface="Google Sans"/>
              <a:ea typeface="Google Sans"/>
              <a:cs typeface="Google Sans"/>
            </a:endParaRPr>
          </a:p>
        </p:txBody>
      </p:sp>
      <p:sp>
        <p:nvSpPr>
          <p:cNvPr id="111" name="Google Shape;111;p3">
            <a:extLst xmlns:a="http://schemas.openxmlformats.org/drawingml/2006/main">
              <a:ext uri="{FF2B5EF4-FFF2-40B4-BE49-F238E27FC236}">
                <a16:creationId xmlns:a16="http://schemas.microsoft.com/office/drawing/2014/main" id="{5C7975C6-969E-42F2-9EDB-98019691686D}"/>
              </a:ext>
            </a:extLst>
          </p:cNvPr>
          <p:cNvSpPr>
            <a:spLocks xmlns:a="http://schemas.openxmlformats.org/drawingml/2006/main" noGrp="1"/>
          </p:cNvSpPr>
          <p:nvPr/>
        </p:nvSpPr>
        <p:spPr>
          <a:xfrm xmlns:a="http://schemas.openxmlformats.org/drawingml/2006/main">
            <a:off x="1763100" y="490850"/>
            <a:ext cx="42462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lnSpc>
                <a:spcPct val="115000"/>
              </a:lnSpc>
              <a:spcBef>
                <a:spcPts val="0"/>
              </a:spcBef>
              <a:spcAft>
                <a:spcPts val="1200"/>
              </a:spcAft>
              <a:buNone/>
            </a:pPr>
            <a:r>
              <a:rPr sz="1200">
                <a:latin typeface="PT Sans Narrow"/>
                <a:ea typeface="PT Sans Narrow"/>
                <a:cs typeface="PT Sans Narrow"/>
              </a:rPr>
              <a:t>Click here to edit subtitle</a:t>
            </a:r>
            <a:endParaRPr sz="1200">
              <a:solidFill>
                <a:srgbClr val="000000"/>
              </a:solidFill>
              <a:latin typeface="PT Sans Narrow"/>
              <a:ea typeface="PT Sans Narrow"/>
              <a:cs typeface="PT Sans Narrow"/>
            </a:endParaRPr>
          </a:p>
        </p:txBody>
      </p:sp>
    </p:spTree>
  </p:cSld>
</p:sldLayout>
</file>

<file path=ppt/slideLayouts/slideLayout3.xml><?xml version="1.0" encoding="utf-8"?>
<p:sldLayout xmlns:p="http://schemas.openxmlformats.org/presentationml/2006/main" matchingName="Layout 3">
  <p:cSld name="CUSTOM_2_1">
    <p:spTree>
      <p:nvGrpSpPr>
        <p:cNvPr id="1" name=""/>
        <p:cNvGrpSpPr/>
        <p:nvPr/>
      </p:nvGrpSpPr>
      <p:grpSpPr>
        <a:xfrm xmlns:a="http://schemas.openxmlformats.org/drawingml/2006/main"/>
      </p:grpSpPr>
      <p:cxnSp>
        <p:nvCxnSpPr>
          <p:cNvPr id="159" name="Google Shape;113;p4">
            <a:extLst xmlns:a="http://schemas.openxmlformats.org/drawingml/2006/main">
              <a:ext uri="{FF2B5EF4-FFF2-40B4-BE49-F238E27FC236}">
                <a16:creationId xmlns:a16="http://schemas.microsoft.com/office/drawing/2014/main" id="{F121B1C8-0519-4D93-B56B-C6023ADEF202}"/>
              </a:ext>
            </a:extLst>
          </p:cNvPr>
          <p:cNvCxnSpPr/>
          <p:nvPr/>
        </p:nvCxnSpPr>
        <p:spPr>
          <a:xfrm xmlns:a="http://schemas.openxmlformats.org/drawingml/2006/main">
            <a:off x="417963" y="311025"/>
            <a:ext cx="28200" cy="8777100"/>
          </a:xfrm>
          <a:prstGeom xmlns:a="http://schemas.openxmlformats.org/drawingml/2006/main" prst="straightConnector1">
            <a:avLst/>
          </a:prstGeom>
          <a:ln xmlns:a="http://schemas.openxmlformats.org/drawingml/2006/main" w="9525" cap="flat">
            <a:solidFill>
              <a:srgbClr val="B7B7B7"/>
            </a:solidFill>
            <a:prstDash val="solid"/>
            <a:round/>
            <a:headEnd type="none" w="med" len="med"/>
            <a:tailEnd type="none" w="med" len="med"/>
          </a:ln>
        </p:spPr>
      </p:cxnSp>
      <p:cxnSp>
        <p:nvCxnSpPr>
          <p:cNvPr id="160" name="Google Shape;115;p4">
            <a:extLst xmlns:a="http://schemas.openxmlformats.org/drawingml/2006/main">
              <a:ext uri="{FF2B5EF4-FFF2-40B4-BE49-F238E27FC236}">
                <a16:creationId xmlns:a16="http://schemas.microsoft.com/office/drawing/2014/main" id="{8C1BE6D0-15BE-4917-99CB-83A3F1C3A988}"/>
              </a:ext>
            </a:extLst>
          </p:cNvPr>
          <p:cNvCxnSpPr/>
          <p:nvPr/>
        </p:nvCxnSpPr>
        <p:spPr>
          <a:xfrm xmlns:a="http://schemas.openxmlformats.org/drawingml/2006/main" rot="10800000" flipH="1" flipV="0">
            <a:off x="404725" y="1300475"/>
            <a:ext cx="6908400" cy="16800"/>
          </a:xfrm>
          <a:prstGeom xmlns:a="http://schemas.openxmlformats.org/drawingml/2006/main" prst="straightConnector1">
            <a:avLst/>
          </a:prstGeom>
          <a:ln xmlns:a="http://schemas.openxmlformats.org/drawingml/2006/main" w="38100" cap="flat">
            <a:solidFill>
              <a:srgbClr val="666666"/>
            </a:solidFill>
            <a:prstDash val="solid"/>
            <a:round/>
            <a:headEnd type="none" w="med" len="med"/>
            <a:tailEnd type="none" w="med" len="med"/>
          </a:ln>
        </p:spPr>
      </p:cxnSp>
      <p:cxnSp>
        <p:nvCxnSpPr>
          <p:cNvPr id="161" name="Google Shape;116;p4">
            <a:extLst xmlns:a="http://schemas.openxmlformats.org/drawingml/2006/main">
              <a:ext uri="{FF2B5EF4-FFF2-40B4-BE49-F238E27FC236}">
                <a16:creationId xmlns:a16="http://schemas.microsoft.com/office/drawing/2014/main" id="{6176F29A-715C-4A2D-9612-D53F86678EB8}"/>
              </a:ext>
            </a:extLst>
          </p:cNvPr>
          <p:cNvCxnSpPr/>
          <p:nvPr/>
        </p:nvCxnSpPr>
        <p:spPr>
          <a:xfrm xmlns:a="http://schemas.openxmlformats.org/drawingml/2006/main" rot="10800000" flipH="1" flipV="0">
            <a:off x="404725" y="1355700"/>
            <a:ext cx="6908400" cy="16800"/>
          </a:xfrm>
          <a:prstGeom xmlns:a="http://schemas.openxmlformats.org/drawingml/2006/main" prst="straightConnector1">
            <a:avLst/>
          </a:prstGeom>
          <a:ln xmlns:a="http://schemas.openxmlformats.org/drawingml/2006/main" w="38100" cap="flat">
            <a:solidFill>
              <a:srgbClr val="666666"/>
            </a:solidFill>
            <a:prstDash val="solid"/>
            <a:round/>
            <a:headEnd type="none" w="med" len="med"/>
            <a:tailEnd type="none" w="med" len="med"/>
          </a:ln>
        </p:spPr>
      </p:cxnSp>
      <p:cxnSp>
        <p:nvCxnSpPr>
          <p:cNvPr id="162" name="Google Shape;117;p4">
            <a:extLst xmlns:a="http://schemas.openxmlformats.org/drawingml/2006/main">
              <a:ext uri="{FF2B5EF4-FFF2-40B4-BE49-F238E27FC236}">
                <a16:creationId xmlns:a16="http://schemas.microsoft.com/office/drawing/2014/main" id="{CEFA7559-0B2F-4FF2-A9CB-00B33904D1A8}"/>
              </a:ext>
            </a:extLst>
          </p:cNvPr>
          <p:cNvCxnSpPr/>
          <p:nvPr/>
        </p:nvCxnSpPr>
        <p:spPr>
          <a:xfrm xmlns:a="http://schemas.openxmlformats.org/drawingml/2006/main">
            <a:off x="7326238" y="6225"/>
            <a:ext cx="28200" cy="8777100"/>
          </a:xfrm>
          <a:prstGeom xmlns:a="http://schemas.openxmlformats.org/drawingml/2006/main" prst="straightConnector1">
            <a:avLst/>
          </a:prstGeom>
          <a:ln xmlns:a="http://schemas.openxmlformats.org/drawingml/2006/main" w="9525" cap="flat">
            <a:solidFill>
              <a:srgbClr val="B7B7B7"/>
            </a:solidFill>
            <a:prstDash val="solid"/>
            <a:round/>
            <a:headEnd type="none" w="med" len="med"/>
            <a:tailEnd type="none" w="med" len="med"/>
          </a:ln>
        </p:spPr>
      </p:cxnSp>
      <p:cxnSp>
        <p:nvCxnSpPr>
          <p:cNvPr id="163" name="Google Shape;118;p4">
            <a:extLst xmlns:a="http://schemas.openxmlformats.org/drawingml/2006/main">
              <a:ext uri="{FF2B5EF4-FFF2-40B4-BE49-F238E27FC236}">
                <a16:creationId xmlns:a16="http://schemas.microsoft.com/office/drawing/2014/main" id="{FE652376-31FA-465B-B0CC-12D10D4DFBD5}"/>
              </a:ext>
            </a:extLst>
          </p:cNvPr>
          <p:cNvCxnSpPr/>
          <p:nvPr/>
        </p:nvCxnSpPr>
        <p:spPr>
          <a:xfrm xmlns:a="http://schemas.openxmlformats.org/drawingml/2006/main" rot="10800000">
            <a:off x="438150" y="3276600"/>
            <a:ext cx="6896100" cy="0"/>
          </a:xfrm>
          <a:prstGeom xmlns:a="http://schemas.openxmlformats.org/drawingml/2006/main" prst="straightConnector1">
            <a:avLst/>
          </a:prstGeom>
          <a:ln xmlns:a="http://schemas.openxmlformats.org/drawingml/2006/main" w="9525" cap="flat">
            <a:solidFill>
              <a:srgbClr val="CCCCCC"/>
            </a:solidFill>
            <a:prstDash val="solid"/>
            <a:round/>
            <a:headEnd type="none" w="med" len="med"/>
            <a:tailEnd type="none" w="med" len="med"/>
          </a:ln>
        </p:spPr>
      </p:cxnSp>
      <p:cxnSp>
        <p:nvCxnSpPr>
          <p:cNvPr id="164" name="Google Shape;119;p4">
            <a:extLst xmlns:a="http://schemas.openxmlformats.org/drawingml/2006/main">
              <a:ext uri="{FF2B5EF4-FFF2-40B4-BE49-F238E27FC236}">
                <a16:creationId xmlns:a16="http://schemas.microsoft.com/office/drawing/2014/main" id="{00163618-EAB5-4F74-AA50-97BEC9E7551D}"/>
              </a:ext>
            </a:extLst>
          </p:cNvPr>
          <p:cNvCxnSpPr/>
          <p:nvPr/>
        </p:nvCxnSpPr>
        <p:spPr>
          <a:xfrm xmlns:a="http://schemas.openxmlformats.org/drawingml/2006/main">
            <a:off x="3861475" y="3505200"/>
            <a:ext cx="0" cy="5611800"/>
          </a:xfrm>
          <a:prstGeom xmlns:a="http://schemas.openxmlformats.org/drawingml/2006/main" prst="straightConnector1">
            <a:avLst/>
          </a:prstGeom>
          <a:ln xmlns:a="http://schemas.openxmlformats.org/drawingml/2006/main" w="9525" cap="flat">
            <a:solidFill>
              <a:srgbClr val="B7B7B7"/>
            </a:solidFill>
            <a:prstDash val="solid"/>
            <a:round/>
            <a:headEnd type="none" w="med" len="med"/>
            <a:tailEnd type="none" w="med" len="med"/>
          </a:ln>
        </p:spPr>
      </p:cxnSp>
      <p:sp>
        <p:nvSpPr>
          <p:cNvPr id="121" name="Google Shape;121;p4">
            <a:extLst xmlns:a="http://schemas.openxmlformats.org/drawingml/2006/main">
              <a:ext uri="{FF2B5EF4-FFF2-40B4-BE49-F238E27FC236}">
                <a16:creationId xmlns:a16="http://schemas.microsoft.com/office/drawing/2014/main" id="{7C4C87A2-D5E5-4A64-8E61-19583CE8B07B}"/>
              </a:ext>
            </a:extLst>
          </p:cNvPr>
          <p:cNvSpPr>
            <a:spLocks xmlns:a="http://schemas.openxmlformats.org/drawingml/2006/main" noGrp="1"/>
          </p:cNvSpPr>
          <p:nvPr/>
        </p:nvSpPr>
        <p:spPr>
          <a:xfrm xmlns:a="http://schemas.openxmlformats.org/drawingml/2006/main" rot="0" flipH="0" flipV="0">
            <a:off x="417975" y="1504250"/>
            <a:ext cx="2020800" cy="410100"/>
          </a:xfrm>
          <a:prstGeom xmlns:a="http://schemas.openxmlformats.org/drawingml/2006/main" prst="rect">
            <a:avLst/>
          </a:prstGeom>
          <a:solidFill xmlns:a="http://schemas.openxmlformats.org/drawingml/2006/main">
            <a:srgbClr val="595959"/>
          </a:solidFill>
          <a:ln xmlns:a="http://schemas.openxmlformats.org/drawingml/2006/main" w="9525" cmpd="sng">
            <a:solidFill>
              <a:srgbClr val="0000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2" name="Google Shape;122;p4">
            <a:extLst xmlns:a="http://schemas.openxmlformats.org/drawingml/2006/main">
              <a:ext uri="{FF2B5EF4-FFF2-40B4-BE49-F238E27FC236}">
                <a16:creationId xmlns:a16="http://schemas.microsoft.com/office/drawing/2014/main" id="{6E23928E-C6B5-4C00-A72A-ADA979A7D7A5}"/>
              </a:ext>
            </a:extLst>
          </p:cNvPr>
          <p:cNvSpPr>
            <a:spLocks xmlns:a="http://schemas.openxmlformats.org/drawingml/2006/main" noGrp="1"/>
          </p:cNvSpPr>
          <p:nvPr/>
        </p:nvSpPr>
        <p:spPr>
          <a:xfrm xmlns:a="http://schemas.openxmlformats.org/drawingml/2006/main" rot="10800000" flipH="0" flipV="0">
            <a:off x="2236350" y="1504875"/>
            <a:ext cx="539400" cy="409500"/>
          </a:xfrm>
          <a:prstGeom xmlns:a="http://schemas.openxmlformats.org/drawingml/2006/main" prst="chevron">
            <a:avLst>
              <a:gd name="adj" fmla="val 50000"/>
            </a:avLst>
          </a:prstGeom>
          <a:solidFill xmlns:a="http://schemas.openxmlformats.org/drawingml/2006/main">
            <a:srgbClr val="595959"/>
          </a:solidFill>
          <a:ln xmlns:a="http://schemas.openxmlformats.org/drawingml/2006/main" w="9525" cmpd="sng">
            <a:solidFill>
              <a:srgbClr val="0000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3" name="Google Shape;123;p4">
            <a:extLst xmlns:a="http://schemas.openxmlformats.org/drawingml/2006/main">
              <a:ext uri="{FF2B5EF4-FFF2-40B4-BE49-F238E27FC236}">
                <a16:creationId xmlns:a16="http://schemas.microsoft.com/office/drawing/2014/main" id="{D674AC90-37BE-4560-81BB-9E71D4CC521D}"/>
              </a:ext>
            </a:extLst>
          </p:cNvPr>
          <p:cNvSpPr>
            <a:spLocks xmlns:a="http://schemas.openxmlformats.org/drawingml/2006/main" noGrp="1"/>
          </p:cNvSpPr>
          <p:nvPr/>
        </p:nvSpPr>
        <p:spPr>
          <a:xfrm xmlns:a="http://schemas.openxmlformats.org/drawingml/2006/main" rot="0" flipH="0" flipV="0">
            <a:off x="446175" y="1524300"/>
            <a:ext cx="1946700" cy="364200"/>
          </a:xfrm>
          <a:prstGeom xmlns:a="http://schemas.openxmlformats.org/drawingml/2006/main" prst="rect">
            <a:avLst/>
          </a:prstGeom>
          <a:solidFill xmlns:a="http://schemas.openxmlformats.org/drawingml/2006/main">
            <a:srgbClr val="B7B7B7"/>
          </a:solidFill>
          <a:ln xmlns:a="http://schemas.openxmlformats.org/drawingml/2006/main" w="9525" cmpd="sng">
            <a:solidFill>
              <a:srgbClr val="0000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4" name="Google Shape;124;p4">
            <a:extLst xmlns:a="http://schemas.openxmlformats.org/drawingml/2006/main">
              <a:ext uri="{FF2B5EF4-FFF2-40B4-BE49-F238E27FC236}">
                <a16:creationId xmlns:a16="http://schemas.microsoft.com/office/drawing/2014/main" id="{B82F20ED-D47D-4372-960F-BC452200AAE6}"/>
              </a:ext>
            </a:extLst>
          </p:cNvPr>
          <p:cNvSpPr>
            <a:spLocks xmlns:a="http://schemas.openxmlformats.org/drawingml/2006/main" noGrp="1"/>
          </p:cNvSpPr>
          <p:nvPr/>
        </p:nvSpPr>
        <p:spPr>
          <a:xfrm xmlns:a="http://schemas.openxmlformats.org/drawingml/2006/main" rot="10800000" flipH="0" flipV="0">
            <a:off x="2198100" y="1525000"/>
            <a:ext cx="519600" cy="363600"/>
          </a:xfrm>
          <a:prstGeom xmlns:a="http://schemas.openxmlformats.org/drawingml/2006/main" prst="chevron">
            <a:avLst>
              <a:gd name="adj" fmla="val 50000"/>
            </a:avLst>
          </a:prstGeom>
          <a:solidFill xmlns:a="http://schemas.openxmlformats.org/drawingml/2006/main">
            <a:srgbClr val="B7B7B7"/>
          </a:solidFill>
          <a:ln xmlns:a="http://schemas.openxmlformats.org/drawingml/2006/main" w="9525" cmpd="sng">
            <a:solidFill>
              <a:srgbClr val="0000FF"/>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6" name="Google Shape;126;p4">
            <a:extLst xmlns:a="http://schemas.openxmlformats.org/drawingml/2006/main">
              <a:ext uri="{FF2B5EF4-FFF2-40B4-BE49-F238E27FC236}">
                <a16:creationId xmlns:a16="http://schemas.microsoft.com/office/drawing/2014/main" id="{763EE6B5-0E60-44B1-BDB7-D12E3BB96EDF}"/>
              </a:ext>
            </a:extLst>
          </p:cNvPr>
          <p:cNvSpPr>
            <a:spLocks xmlns:a="http://schemas.openxmlformats.org/drawingml/2006/main" noGrp="1"/>
          </p:cNvSpPr>
          <p:nvPr/>
        </p:nvSpPr>
        <p:spPr>
          <a:xfrm xmlns:a="http://schemas.openxmlformats.org/drawingml/2006/main" rot="0" flipH="0" flipV="0">
            <a:off x="417975" y="3276600"/>
            <a:ext cx="2020800" cy="410100"/>
          </a:xfrm>
          <a:prstGeom xmlns:a="http://schemas.openxmlformats.org/drawingml/2006/main" prst="rect">
            <a:avLst/>
          </a:prstGeom>
          <a:solidFill xmlns:a="http://schemas.openxmlformats.org/drawingml/2006/main">
            <a:srgbClr val="595959"/>
          </a:solidFill>
          <a:ln xmlns:a="http://schemas.openxmlformats.org/drawingml/2006/main" w="9525" cmpd="sng">
            <a:solidFill>
              <a:srgbClr val="FF00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7" name="Google Shape;127;p4">
            <a:extLst xmlns:a="http://schemas.openxmlformats.org/drawingml/2006/main">
              <a:ext uri="{FF2B5EF4-FFF2-40B4-BE49-F238E27FC236}">
                <a16:creationId xmlns:a16="http://schemas.microsoft.com/office/drawing/2014/main" id="{A0AE1997-411E-489F-B37A-FA02C366A4CA}"/>
              </a:ext>
            </a:extLst>
          </p:cNvPr>
          <p:cNvSpPr>
            <a:spLocks xmlns:a="http://schemas.openxmlformats.org/drawingml/2006/main" noGrp="1"/>
          </p:cNvSpPr>
          <p:nvPr/>
        </p:nvSpPr>
        <p:spPr>
          <a:xfrm xmlns:a="http://schemas.openxmlformats.org/drawingml/2006/main" rot="10800000" flipH="0" flipV="0">
            <a:off x="2236350" y="3277225"/>
            <a:ext cx="539400" cy="409500"/>
          </a:xfrm>
          <a:prstGeom xmlns:a="http://schemas.openxmlformats.org/drawingml/2006/main" prst="chevron">
            <a:avLst>
              <a:gd name="adj" fmla="val 50000"/>
            </a:avLst>
          </a:prstGeom>
          <a:solidFill xmlns:a="http://schemas.openxmlformats.org/drawingml/2006/main">
            <a:srgbClr val="595959"/>
          </a:solidFill>
          <a:ln xmlns:a="http://schemas.openxmlformats.org/drawingml/2006/main" w="9525" cmpd="sng">
            <a:solidFill>
              <a:srgbClr val="FF00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8" name="Google Shape;128;p4">
            <a:extLst xmlns:a="http://schemas.openxmlformats.org/drawingml/2006/main">
              <a:ext uri="{FF2B5EF4-FFF2-40B4-BE49-F238E27FC236}">
                <a16:creationId xmlns:a16="http://schemas.microsoft.com/office/drawing/2014/main" id="{C5252B3D-78C2-401E-BA6E-03B8CB7B8F88}"/>
              </a:ext>
            </a:extLst>
          </p:cNvPr>
          <p:cNvSpPr>
            <a:spLocks xmlns:a="http://schemas.openxmlformats.org/drawingml/2006/main" noGrp="1"/>
          </p:cNvSpPr>
          <p:nvPr/>
        </p:nvSpPr>
        <p:spPr>
          <a:xfrm xmlns:a="http://schemas.openxmlformats.org/drawingml/2006/main" rot="0" flipH="0" flipV="0">
            <a:off x="446175" y="3296650"/>
            <a:ext cx="1946700" cy="364200"/>
          </a:xfrm>
          <a:prstGeom xmlns:a="http://schemas.openxmlformats.org/drawingml/2006/main" prst="rect">
            <a:avLst/>
          </a:prstGeom>
          <a:solidFill xmlns:a="http://schemas.openxmlformats.org/drawingml/2006/main">
            <a:srgbClr val="B7B7B7"/>
          </a:solidFill>
          <a:ln xmlns:a="http://schemas.openxmlformats.org/drawingml/2006/main" w="9525" cmpd="sng">
            <a:solidFill>
              <a:srgbClr val="FF00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9" name="Google Shape;129;p4">
            <a:extLst xmlns:a="http://schemas.openxmlformats.org/drawingml/2006/main">
              <a:ext uri="{FF2B5EF4-FFF2-40B4-BE49-F238E27FC236}">
                <a16:creationId xmlns:a16="http://schemas.microsoft.com/office/drawing/2014/main" id="{83ED7D6D-C7E8-4BE2-90CE-48BC4E88850C}"/>
              </a:ext>
            </a:extLst>
          </p:cNvPr>
          <p:cNvSpPr>
            <a:spLocks xmlns:a="http://schemas.openxmlformats.org/drawingml/2006/main" noGrp="1"/>
          </p:cNvSpPr>
          <p:nvPr/>
        </p:nvSpPr>
        <p:spPr>
          <a:xfrm xmlns:a="http://schemas.openxmlformats.org/drawingml/2006/main" rot="10800000" flipH="0" flipV="0">
            <a:off x="2198100" y="3297350"/>
            <a:ext cx="519600" cy="363600"/>
          </a:xfrm>
          <a:prstGeom xmlns:a="http://schemas.openxmlformats.org/drawingml/2006/main" prst="chevron">
            <a:avLst>
              <a:gd name="adj" fmla="val 50000"/>
            </a:avLst>
          </a:prstGeom>
          <a:solidFill xmlns:a="http://schemas.openxmlformats.org/drawingml/2006/main">
            <a:srgbClr val="B7B7B7"/>
          </a:solidFill>
          <a:ln xmlns:a="http://schemas.openxmlformats.org/drawingml/2006/main" w="9525" cmpd="sng">
            <a:solidFill>
              <a:srgbClr val="FF00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1" name="Google Shape;131;p4">
            <a:extLst xmlns:a="http://schemas.openxmlformats.org/drawingml/2006/main">
              <a:ext uri="{FF2B5EF4-FFF2-40B4-BE49-F238E27FC236}">
                <a16:creationId xmlns:a16="http://schemas.microsoft.com/office/drawing/2014/main" id="{1FD7E110-7A0B-442F-84AC-AF7A1785810A}"/>
              </a:ext>
            </a:extLst>
          </p:cNvPr>
          <p:cNvSpPr>
            <a:spLocks xmlns:a="http://schemas.openxmlformats.org/drawingml/2006/main" noGrp="1"/>
          </p:cNvSpPr>
          <p:nvPr/>
        </p:nvSpPr>
        <p:spPr>
          <a:xfrm xmlns:a="http://schemas.openxmlformats.org/drawingml/2006/main" rot="0" flipH="0" flipV="0">
            <a:off x="3872044" y="3276600"/>
            <a:ext cx="2355242" cy="410100"/>
          </a:xfrm>
          <a:prstGeom xmlns:a="http://schemas.openxmlformats.org/drawingml/2006/main" prst="rect">
            <a:avLst/>
          </a:prstGeom>
          <a:solidFill xmlns:a="http://schemas.openxmlformats.org/drawingml/2006/main">
            <a:srgbClr val="595959"/>
          </a:solidFill>
          <a:ln xmlns:a="http://schemas.openxmlformats.org/drawingml/2006/main" w="9525" cmpd="sng">
            <a:solidFill>
              <a:srgbClr val="FFFF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4">
            <a:extLst xmlns:a="http://schemas.openxmlformats.org/drawingml/2006/main">
              <a:ext uri="{FF2B5EF4-FFF2-40B4-BE49-F238E27FC236}">
                <a16:creationId xmlns:a16="http://schemas.microsoft.com/office/drawing/2014/main" id="{68B0E10D-2BE0-4A19-B093-6A4F41D7810E}"/>
              </a:ext>
            </a:extLst>
          </p:cNvPr>
          <p:cNvSpPr>
            <a:spLocks xmlns:a="http://schemas.openxmlformats.org/drawingml/2006/main" noGrp="1"/>
          </p:cNvSpPr>
          <p:nvPr/>
        </p:nvSpPr>
        <p:spPr>
          <a:xfrm xmlns:a="http://schemas.openxmlformats.org/drawingml/2006/main" rot="10800000" flipH="0" flipV="0">
            <a:off x="5991360" y="3277225"/>
            <a:ext cx="628670" cy="409500"/>
          </a:xfrm>
          <a:prstGeom xmlns:a="http://schemas.openxmlformats.org/drawingml/2006/main" prst="chevron">
            <a:avLst>
              <a:gd name="adj" fmla="val 50000"/>
            </a:avLst>
          </a:prstGeom>
          <a:solidFill xmlns:a="http://schemas.openxmlformats.org/drawingml/2006/main">
            <a:srgbClr val="595959"/>
          </a:solidFill>
          <a:ln xmlns:a="http://schemas.openxmlformats.org/drawingml/2006/main" w="9525" cmpd="sng">
            <a:solidFill>
              <a:srgbClr val="FFFF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3" name="Google Shape;133;p4">
            <a:extLst xmlns:a="http://schemas.openxmlformats.org/drawingml/2006/main">
              <a:ext uri="{FF2B5EF4-FFF2-40B4-BE49-F238E27FC236}">
                <a16:creationId xmlns:a16="http://schemas.microsoft.com/office/drawing/2014/main" id="{20CAE1F9-5F28-4D5B-8FBB-7D3B565A259C}"/>
              </a:ext>
            </a:extLst>
          </p:cNvPr>
          <p:cNvSpPr>
            <a:spLocks xmlns:a="http://schemas.openxmlformats.org/drawingml/2006/main" noGrp="1"/>
          </p:cNvSpPr>
          <p:nvPr/>
        </p:nvSpPr>
        <p:spPr>
          <a:xfrm xmlns:a="http://schemas.openxmlformats.org/drawingml/2006/main" rot="0" flipH="0" flipV="0">
            <a:off x="3904911" y="3296650"/>
            <a:ext cx="2268879" cy="364200"/>
          </a:xfrm>
          <a:prstGeom xmlns:a="http://schemas.openxmlformats.org/drawingml/2006/main" prst="rect">
            <a:avLst/>
          </a:prstGeom>
          <a:solidFill xmlns:a="http://schemas.openxmlformats.org/drawingml/2006/main">
            <a:srgbClr val="B7B7B7"/>
          </a:solidFill>
          <a:ln xmlns:a="http://schemas.openxmlformats.org/drawingml/2006/main" w="9525" cmpd="sng">
            <a:solidFill>
              <a:srgbClr val="FFFF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4" name="Google Shape;134;p4">
            <a:extLst xmlns:a="http://schemas.openxmlformats.org/drawingml/2006/main">
              <a:ext uri="{FF2B5EF4-FFF2-40B4-BE49-F238E27FC236}">
                <a16:creationId xmlns:a16="http://schemas.microsoft.com/office/drawing/2014/main" id="{E118624E-18C9-432C-9A24-A8FC040EAC2D}"/>
              </a:ext>
            </a:extLst>
          </p:cNvPr>
          <p:cNvSpPr>
            <a:spLocks xmlns:a="http://schemas.openxmlformats.org/drawingml/2006/main" noGrp="1"/>
          </p:cNvSpPr>
          <p:nvPr/>
        </p:nvSpPr>
        <p:spPr>
          <a:xfrm xmlns:a="http://schemas.openxmlformats.org/drawingml/2006/main" rot="10800000" flipH="0" flipV="0">
            <a:off x="6000627" y="3297350"/>
            <a:ext cx="551747" cy="363600"/>
          </a:xfrm>
          <a:prstGeom xmlns:a="http://schemas.openxmlformats.org/drawingml/2006/main" prst="chevron">
            <a:avLst>
              <a:gd name="adj" fmla="val 50000"/>
            </a:avLst>
          </a:prstGeom>
          <a:solidFill xmlns:a="http://schemas.openxmlformats.org/drawingml/2006/main">
            <a:srgbClr val="B7B7B7"/>
          </a:solidFill>
          <a:ln xmlns:a="http://schemas.openxmlformats.org/drawingml/2006/main" w="9525" cmpd="sng">
            <a:solidFill>
              <a:srgbClr val="FFFF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6" name="Google Shape;136;p4">
            <a:extLst xmlns:a="http://schemas.openxmlformats.org/drawingml/2006/main">
              <a:ext uri="{FF2B5EF4-FFF2-40B4-BE49-F238E27FC236}">
                <a16:creationId xmlns:a16="http://schemas.microsoft.com/office/drawing/2014/main" id="{A053DBF3-D7CC-4AE0-A496-B087F71E4678}"/>
              </a:ext>
            </a:extLst>
          </p:cNvPr>
          <p:cNvSpPr>
            <a:spLocks xmlns:a="http://schemas.openxmlformats.org/drawingml/2006/main" noGrp="1"/>
          </p:cNvSpPr>
          <p:nvPr/>
        </p:nvSpPr>
        <p:spPr>
          <a:xfrm xmlns:a="http://schemas.openxmlformats.org/drawingml/2006/main" rot="0" flipH="0" flipV="0">
            <a:off x="417963" y="6597750"/>
            <a:ext cx="2020800" cy="410100"/>
          </a:xfrm>
          <a:prstGeom xmlns:a="http://schemas.openxmlformats.org/drawingml/2006/main" prst="rect">
            <a:avLst/>
          </a:prstGeom>
          <a:solidFill xmlns:a="http://schemas.openxmlformats.org/drawingml/2006/main">
            <a:srgbClr val="595959"/>
          </a:solidFill>
          <a:ln xmlns:a="http://schemas.openxmlformats.org/drawingml/2006/main" w="9525" cmpd="sng">
            <a:solidFill>
              <a:srgbClr val="38761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7" name="Google Shape;137;p4">
            <a:extLst xmlns:a="http://schemas.openxmlformats.org/drawingml/2006/main">
              <a:ext uri="{FF2B5EF4-FFF2-40B4-BE49-F238E27FC236}">
                <a16:creationId xmlns:a16="http://schemas.microsoft.com/office/drawing/2014/main" id="{544D2449-53DE-4461-AAD7-81DDE2DEB336}"/>
              </a:ext>
            </a:extLst>
          </p:cNvPr>
          <p:cNvSpPr>
            <a:spLocks xmlns:a="http://schemas.openxmlformats.org/drawingml/2006/main" noGrp="1"/>
          </p:cNvSpPr>
          <p:nvPr/>
        </p:nvSpPr>
        <p:spPr>
          <a:xfrm xmlns:a="http://schemas.openxmlformats.org/drawingml/2006/main" rot="10800000" flipH="0" flipV="0">
            <a:off x="2236338" y="6598375"/>
            <a:ext cx="539400" cy="409500"/>
          </a:xfrm>
          <a:prstGeom xmlns:a="http://schemas.openxmlformats.org/drawingml/2006/main" prst="chevron">
            <a:avLst>
              <a:gd name="adj" fmla="val 50000"/>
            </a:avLst>
          </a:prstGeom>
          <a:solidFill xmlns:a="http://schemas.openxmlformats.org/drawingml/2006/main">
            <a:srgbClr val="595959"/>
          </a:solidFill>
          <a:ln xmlns:a="http://schemas.openxmlformats.org/drawingml/2006/main" w="9525" cmpd="sng">
            <a:solidFill>
              <a:srgbClr val="38761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8" name="Google Shape;138;p4">
            <a:extLst xmlns:a="http://schemas.openxmlformats.org/drawingml/2006/main">
              <a:ext uri="{FF2B5EF4-FFF2-40B4-BE49-F238E27FC236}">
                <a16:creationId xmlns:a16="http://schemas.microsoft.com/office/drawing/2014/main" id="{7D928E84-D80A-4EA4-86E8-9C46E77F8F44}"/>
              </a:ext>
            </a:extLst>
          </p:cNvPr>
          <p:cNvSpPr>
            <a:spLocks xmlns:a="http://schemas.openxmlformats.org/drawingml/2006/main" noGrp="1"/>
          </p:cNvSpPr>
          <p:nvPr/>
        </p:nvSpPr>
        <p:spPr>
          <a:xfrm xmlns:a="http://schemas.openxmlformats.org/drawingml/2006/main" rot="0" flipH="0" flipV="0">
            <a:off x="446163" y="6617800"/>
            <a:ext cx="1946700" cy="364200"/>
          </a:xfrm>
          <a:prstGeom xmlns:a="http://schemas.openxmlformats.org/drawingml/2006/main" prst="rect">
            <a:avLst/>
          </a:prstGeom>
          <a:solidFill xmlns:a="http://schemas.openxmlformats.org/drawingml/2006/main">
            <a:srgbClr val="B7B7B7"/>
          </a:solidFill>
          <a:ln xmlns:a="http://schemas.openxmlformats.org/drawingml/2006/main" w="9525" cmpd="sng">
            <a:solidFill>
              <a:srgbClr val="38761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9" name="Google Shape;139;p4">
            <a:extLst xmlns:a="http://schemas.openxmlformats.org/drawingml/2006/main">
              <a:ext uri="{FF2B5EF4-FFF2-40B4-BE49-F238E27FC236}">
                <a16:creationId xmlns:a16="http://schemas.microsoft.com/office/drawing/2014/main" id="{4C42DE49-1BEA-4C29-9DC9-B5FE17AAB2E8}"/>
              </a:ext>
            </a:extLst>
          </p:cNvPr>
          <p:cNvSpPr>
            <a:spLocks xmlns:a="http://schemas.openxmlformats.org/drawingml/2006/main" noGrp="1"/>
          </p:cNvSpPr>
          <p:nvPr/>
        </p:nvSpPr>
        <p:spPr>
          <a:xfrm xmlns:a="http://schemas.openxmlformats.org/drawingml/2006/main" rot="10800000" flipH="0" flipV="0">
            <a:off x="2198088" y="6618500"/>
            <a:ext cx="519600" cy="363600"/>
          </a:xfrm>
          <a:prstGeom xmlns:a="http://schemas.openxmlformats.org/drawingml/2006/main" prst="chevron">
            <a:avLst>
              <a:gd name="adj" fmla="val 50000"/>
            </a:avLst>
          </a:prstGeom>
          <a:solidFill xmlns:a="http://schemas.openxmlformats.org/drawingml/2006/main">
            <a:srgbClr val="B7B7B7"/>
          </a:solidFill>
          <a:ln xmlns:a="http://schemas.openxmlformats.org/drawingml/2006/main" w="9525" cmpd="sng">
            <a:solidFill>
              <a:srgbClr val="38761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0" name="Google Shape;140;p4">
            <a:extLst xmlns:a="http://schemas.openxmlformats.org/drawingml/2006/main">
              <a:ext uri="{FF2B5EF4-FFF2-40B4-BE49-F238E27FC236}">
                <a16:creationId xmlns:a16="http://schemas.microsoft.com/office/drawing/2014/main" id="{6C4BA2E4-568D-4473-8E0F-062201E9C13D}"/>
              </a:ext>
            </a:extLst>
          </p:cNvPr>
          <p:cNvSpPr>
            <a:spLocks xmlns:a="http://schemas.openxmlformats.org/drawingml/2006/main" noGrp="1"/>
          </p:cNvSpPr>
          <p:nvPr/>
        </p:nvSpPr>
        <p:spPr>
          <a:xfrm xmlns:a="http://schemas.openxmlformats.org/drawingml/2006/main">
            <a:off x="402100" y="1527525"/>
            <a:ext cx="19473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b="1">
                <a:latin typeface="Google Sans"/>
                <a:ea typeface="Google Sans"/>
                <a:cs typeface="Google Sans"/>
              </a:rPr>
              <a:t>OVERVIEW</a:t>
            </a:r>
            <a:endParaRPr b="1">
              <a:latin typeface="Google Sans"/>
              <a:ea typeface="Google Sans"/>
              <a:cs typeface="Google Sans"/>
            </a:endParaRPr>
          </a:p>
        </p:txBody>
      </p:sp>
      <p:sp>
        <p:nvSpPr>
          <p:cNvPr id="141" name="Google Shape;141;p4">
            <a:extLst xmlns:a="http://schemas.openxmlformats.org/drawingml/2006/main">
              <a:ext uri="{FF2B5EF4-FFF2-40B4-BE49-F238E27FC236}">
                <a16:creationId xmlns:a16="http://schemas.microsoft.com/office/drawing/2014/main" id="{40FA04A0-E537-4163-9F49-F79E11833A06}"/>
              </a:ext>
            </a:extLst>
          </p:cNvPr>
          <p:cNvSpPr>
            <a:spLocks xmlns:a="http://schemas.openxmlformats.org/drawingml/2006/main" noGrp="1"/>
          </p:cNvSpPr>
          <p:nvPr/>
        </p:nvSpPr>
        <p:spPr>
          <a:xfrm xmlns:a="http://schemas.openxmlformats.org/drawingml/2006/main">
            <a:off x="476200" y="3276599"/>
            <a:ext cx="17991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b="1">
                <a:latin typeface="Google Sans"/>
                <a:ea typeface="Google Sans"/>
                <a:cs typeface="Google Sans"/>
              </a:rPr>
              <a:t>PROJECT STATUS </a:t>
            </a:r>
            <a:endParaRPr b="1">
              <a:latin typeface="Google Sans"/>
              <a:ea typeface="Google Sans"/>
              <a:cs typeface="Google Sans"/>
            </a:endParaRPr>
          </a:p>
        </p:txBody>
      </p:sp>
      <p:sp>
        <p:nvSpPr>
          <p:cNvPr id="142" name="Google Shape;142;p4">
            <a:extLst xmlns:a="http://schemas.openxmlformats.org/drawingml/2006/main">
              <a:ext uri="{FF2B5EF4-FFF2-40B4-BE49-F238E27FC236}">
                <a16:creationId xmlns:a16="http://schemas.microsoft.com/office/drawing/2014/main" id="{92700893-D28F-46BD-92A0-7D969125C5A6}"/>
              </a:ext>
            </a:extLst>
          </p:cNvPr>
          <p:cNvSpPr>
            <a:spLocks xmlns:a="http://schemas.openxmlformats.org/drawingml/2006/main" noGrp="1"/>
          </p:cNvSpPr>
          <p:nvPr/>
        </p:nvSpPr>
        <p:spPr>
          <a:xfrm xmlns:a="http://schemas.openxmlformats.org/drawingml/2006/main">
            <a:off x="623225" y="6602713"/>
            <a:ext cx="19473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b="1">
                <a:latin typeface="Google Sans"/>
                <a:ea typeface="Google Sans"/>
                <a:cs typeface="Google Sans"/>
              </a:rPr>
              <a:t>NEXT STEPS </a:t>
            </a:r>
            <a:endParaRPr b="1">
              <a:latin typeface="Google Sans"/>
              <a:ea typeface="Google Sans"/>
              <a:cs typeface="Google Sans"/>
            </a:endParaRPr>
          </a:p>
        </p:txBody>
      </p:sp>
      <p:sp>
        <p:nvSpPr>
          <p:cNvPr id="143" name="Google Shape;143;p4">
            <a:extLst xmlns:a="http://schemas.openxmlformats.org/drawingml/2006/main">
              <a:ext uri="{FF2B5EF4-FFF2-40B4-BE49-F238E27FC236}">
                <a16:creationId xmlns:a16="http://schemas.microsoft.com/office/drawing/2014/main" id="{B66494D9-65DE-4653-B3BC-58D40132FCE5}"/>
              </a:ext>
            </a:extLst>
          </p:cNvPr>
          <p:cNvSpPr>
            <a:spLocks xmlns:a="http://schemas.openxmlformats.org/drawingml/2006/main" noGrp="1"/>
          </p:cNvSpPr>
          <p:nvPr/>
        </p:nvSpPr>
        <p:spPr>
          <a:xfrm xmlns:a="http://schemas.openxmlformats.org/drawingml/2006/main">
            <a:off x="3848750" y="3276600"/>
            <a:ext cx="16734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b="1">
                <a:latin typeface="Google Sans"/>
                <a:ea typeface="Google Sans"/>
                <a:cs typeface="Google Sans"/>
              </a:rPr>
              <a:t>KEY INSIGHTS </a:t>
            </a:r>
            <a:endParaRPr b="1">
              <a:latin typeface="Google Sans"/>
              <a:ea typeface="Google Sans"/>
              <a:cs typeface="Google Sans"/>
            </a:endParaRPr>
          </a:p>
        </p:txBody>
      </p:sp>
      <p:sp>
        <p:nvSpPr>
          <p:cNvPr id="144" name="Google Shape;144;p4">
            <a:extLst xmlns:a="http://schemas.openxmlformats.org/drawingml/2006/main">
              <a:ext uri="{FF2B5EF4-FFF2-40B4-BE49-F238E27FC236}">
                <a16:creationId xmlns:a16="http://schemas.microsoft.com/office/drawing/2014/main" id="{519C6253-3B04-42AB-B8BD-83A9DF57F0DC}"/>
              </a:ext>
            </a:extLst>
          </p:cNvPr>
          <p:cNvSpPr>
            <a:spLocks xmlns:a="http://schemas.openxmlformats.org/drawingml/2006/main" noGrp="1"/>
          </p:cNvSpPr>
          <p:nvPr/>
        </p:nvSpPr>
        <p:spPr>
          <a:xfrm xmlns:a="http://schemas.openxmlformats.org/drawingml/2006/main">
            <a:off x="413425" y="1939675"/>
            <a:ext cx="6896100" cy="1027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lvl="0" indent="0" algn="l">
              <a:lnSpc>
                <a:spcPct val="115000"/>
              </a:lnSpc>
              <a:spcBef>
                <a:spcPts val="0"/>
              </a:spcBef>
              <a:spcAft>
                <a:spcPts val="1200"/>
              </a:spcAft>
              <a:buNone/>
            </a:pPr>
            <a:r>
              <a:t/>
            </a:r>
            <a:endParaRPr sz="1200">
              <a:solidFill>
                <a:srgbClr val="595959"/>
              </a:solidFill>
              <a:latin typeface="Google Sans"/>
              <a:ea typeface="Google Sans"/>
              <a:cs typeface="Google Sans"/>
            </a:endParaRPr>
          </a:p>
        </p:txBody>
      </p:sp>
      <p:sp>
        <p:nvSpPr>
          <p:cNvPr id="145" name="Google Shape;145;p4">
            <a:extLst xmlns:a="http://schemas.openxmlformats.org/drawingml/2006/main">
              <a:ext uri="{FF2B5EF4-FFF2-40B4-BE49-F238E27FC236}">
                <a16:creationId xmlns:a16="http://schemas.microsoft.com/office/drawing/2014/main" id="{449E0EF2-C91B-4F53-8106-16B8215CDAD9}"/>
              </a:ext>
            </a:extLst>
          </p:cNvPr>
          <p:cNvSpPr>
            <a:spLocks xmlns:a="http://schemas.openxmlformats.org/drawingml/2006/main" noGrp="1"/>
          </p:cNvSpPr>
          <p:nvPr/>
        </p:nvSpPr>
        <p:spPr>
          <a:xfrm xmlns:a="http://schemas.openxmlformats.org/drawingml/2006/main">
            <a:off x="438138" y="3915350"/>
            <a:ext cx="3108300" cy="237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7150" tIns="91425" rIns="91425" bIns="91425" anchor="t">
            <a:normAutofit/>
          </a:bodyPr>
          <a:lstStyle xmlns:a="http://schemas.openxmlformats.org/drawingml/2006/main"/>
          <a:p xmlns:a="http://schemas.openxmlformats.org/drawingml/2006/main">
            <a:pPr marL="0" lvl="0" indent="0" algn="l">
              <a:lnSpc>
                <a:spcPct val="115000"/>
              </a:lnSpc>
              <a:spcBef>
                <a:spcPts val="0"/>
              </a:spcBef>
              <a:spcAft>
                <a:spcPts val="1200"/>
              </a:spcAft>
              <a:buNone/>
            </a:pPr>
            <a:r>
              <a:t/>
            </a:r>
            <a:endParaRPr sz="1200">
              <a:solidFill>
                <a:srgbClr val="595959"/>
              </a:solidFill>
              <a:latin typeface="Google Sans"/>
              <a:ea typeface="Google Sans"/>
              <a:cs typeface="Google Sans"/>
            </a:endParaRPr>
          </a:p>
        </p:txBody>
      </p:sp>
      <p:sp>
        <p:nvSpPr>
          <p:cNvPr id="146" name="Google Shape;146;p4">
            <a:extLst xmlns:a="http://schemas.openxmlformats.org/drawingml/2006/main">
              <a:ext uri="{FF2B5EF4-FFF2-40B4-BE49-F238E27FC236}">
                <a16:creationId xmlns:a16="http://schemas.microsoft.com/office/drawing/2014/main" id="{AB5F7D1E-C3EE-440B-917D-CC7952B07902}"/>
              </a:ext>
            </a:extLst>
          </p:cNvPr>
          <p:cNvSpPr>
            <a:spLocks xmlns:a="http://schemas.openxmlformats.org/drawingml/2006/main" noGrp="1"/>
          </p:cNvSpPr>
          <p:nvPr/>
        </p:nvSpPr>
        <p:spPr>
          <a:xfrm xmlns:a="http://schemas.openxmlformats.org/drawingml/2006/main">
            <a:off x="438150" y="7050750"/>
            <a:ext cx="3108300" cy="2255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7150" tIns="91425" rIns="91425" bIns="91425" anchor="t">
            <a:normAutofit/>
          </a:bodyPr>
          <a:lstStyle xmlns:a="http://schemas.openxmlformats.org/drawingml/2006/main"/>
          <a:p xmlns:a="http://schemas.openxmlformats.org/drawingml/2006/main">
            <a:pPr marL="0" lvl="0" indent="0" algn="l">
              <a:lnSpc>
                <a:spcPct val="115000"/>
              </a:lnSpc>
              <a:spcBef>
                <a:spcPts val="0"/>
              </a:spcBef>
              <a:spcAft>
                <a:spcPts val="1200"/>
              </a:spcAft>
              <a:buNone/>
            </a:pPr>
            <a:r>
              <a:t/>
            </a:r>
            <a:endParaRPr sz="1200">
              <a:solidFill>
                <a:srgbClr val="595959"/>
              </a:solidFill>
              <a:latin typeface="Google Sans"/>
              <a:ea typeface="Google Sans"/>
              <a:cs typeface="Google Sans"/>
            </a:endParaRPr>
          </a:p>
        </p:txBody>
      </p:sp>
      <p:sp>
        <p:nvSpPr>
          <p:cNvPr id="147" name="Google Shape;147;p4">
            <a:extLst xmlns:a="http://schemas.openxmlformats.org/drawingml/2006/main">
              <a:ext uri="{FF2B5EF4-FFF2-40B4-BE49-F238E27FC236}">
                <a16:creationId xmlns:a16="http://schemas.microsoft.com/office/drawing/2014/main" id="{5EC8A43A-9880-4A4D-90AD-1149693CE68F}"/>
              </a:ext>
            </a:extLst>
          </p:cNvPr>
          <p:cNvSpPr>
            <a:spLocks xmlns:a="http://schemas.openxmlformats.org/drawingml/2006/main" noGrp="1"/>
          </p:cNvSpPr>
          <p:nvPr/>
        </p:nvSpPr>
        <p:spPr>
          <a:xfrm xmlns:a="http://schemas.openxmlformats.org/drawingml/2006/main">
            <a:off x="3905525" y="4039263"/>
            <a:ext cx="3219000" cy="260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57150" tIns="91425" rIns="91425" bIns="91425" anchor="t">
            <a:normAutofit/>
          </a:bodyPr>
          <a:lstStyle xmlns:a="http://schemas.openxmlformats.org/drawingml/2006/main"/>
          <a:p xmlns:a="http://schemas.openxmlformats.org/drawingml/2006/main">
            <a:pPr marL="0" lvl="0" indent="0" algn="l">
              <a:lnSpc>
                <a:spcPct val="115000"/>
              </a:lnSpc>
              <a:spcBef>
                <a:spcPts val="0"/>
              </a:spcBef>
              <a:spcAft>
                <a:spcPts val="1200"/>
              </a:spcAft>
              <a:buNone/>
            </a:pPr>
            <a:r>
              <a:t/>
            </a:r>
            <a:endParaRPr sz="1200">
              <a:solidFill>
                <a:srgbClr val="595959"/>
              </a:solidFill>
              <a:latin typeface="Google Sans"/>
              <a:ea typeface="Google Sans"/>
              <a:cs typeface="Google Sans"/>
            </a:endParaRPr>
          </a:p>
        </p:txBody>
      </p:sp>
      <p:sp>
        <p:nvSpPr>
          <p:cNvPr id="148" name="Google Shape;148;p4">
            <a:extLst xmlns:a="http://schemas.openxmlformats.org/drawingml/2006/main">
              <a:ext uri="{FF2B5EF4-FFF2-40B4-BE49-F238E27FC236}">
                <a16:creationId xmlns:a16="http://schemas.microsoft.com/office/drawing/2014/main" id="{767C0840-0404-465E-B59D-F496979674DF}"/>
              </a:ext>
            </a:extLst>
          </p:cNvPr>
          <p:cNvSpPr>
            <a:spLocks xmlns:a="http://schemas.openxmlformats.org/drawingml/2006/main" noGrp="1"/>
          </p:cNvSpPr>
          <p:nvPr/>
        </p:nvSpPr>
        <p:spPr>
          <a:xfrm xmlns:a="http://schemas.openxmlformats.org/drawingml/2006/main">
            <a:off x="4183575" y="9228125"/>
            <a:ext cx="3086700" cy="28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62500" lnSpcReduction="20000"/>
          </a:bodyPr>
          <a:lstStyle xmlns:a="http://schemas.openxmlformats.org/drawingml/2006/main"/>
          <a:p xmlns:a="http://schemas.openxmlformats.org/drawingml/2006/main">
            <a:pPr marL="0" lvl="0" indent="0" algn="l">
              <a:lnSpc>
                <a:spcPct val="115000"/>
              </a:lnSpc>
              <a:spcBef>
                <a:spcPts val="0"/>
              </a:spcBef>
              <a:spcAft>
                <a:spcPts val="1200"/>
              </a:spcAft>
              <a:buNone/>
            </a:pPr>
            <a:r>
              <a:t/>
            </a:r>
            <a:endParaRPr sz="1100" i="1">
              <a:solidFill>
                <a:srgbClr val="595959"/>
              </a:solidFill>
              <a:latin typeface="Google Sans"/>
              <a:ea typeface="Google Sans"/>
              <a:cs typeface="Google Sans"/>
            </a:endParaRPr>
          </a:p>
        </p:txBody>
      </p:sp>
      <p:sp>
        <p:nvSpPr>
          <p:cNvPr id="149" name="Google Shape;149;p4">
            <a:extLst xmlns:a="http://schemas.openxmlformats.org/drawingml/2006/main">
              <a:ext uri="{FF2B5EF4-FFF2-40B4-BE49-F238E27FC236}">
                <a16:creationId xmlns:a16="http://schemas.microsoft.com/office/drawing/2014/main" id="{19597749-4ACD-4E04-B301-2EF8611A7B27}"/>
              </a:ext>
            </a:extLst>
          </p:cNvPr>
          <p:cNvSpPr>
            <a:spLocks xmlns:a="http://schemas.openxmlformats.org/drawingml/2006/main" noGrp="1"/>
          </p:cNvSpPr>
          <p:nvPr/>
        </p:nvSpPr>
        <p:spPr>
          <a:xfrm xmlns:a="http://schemas.openxmlformats.org/drawingml/2006/main">
            <a:off x="159875" y="441000"/>
            <a:ext cx="7458900" cy="5079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spcBef>
                <a:spcPts val="0"/>
              </a:spcBef>
              <a:spcAft>
                <a:spcPts val="0"/>
              </a:spcAft>
              <a:buNone/>
            </a:pPr>
            <a:r>
              <a:rPr sz="2100" b="1">
                <a:latin typeface="Google Sans"/>
                <a:ea typeface="Google Sans"/>
                <a:cs typeface="Google Sans"/>
              </a:rPr>
              <a:t>Click here to edit title</a:t>
            </a:r>
            <a:endParaRPr sz="2100" b="1">
              <a:latin typeface="Google Sans"/>
              <a:ea typeface="Google Sans"/>
              <a:cs typeface="Google Sans"/>
            </a:endParaRPr>
          </a:p>
        </p:txBody>
      </p:sp>
      <p:sp>
        <p:nvSpPr>
          <p:cNvPr id="150" name="Google Shape;150;p4">
            <a:extLst xmlns:a="http://schemas.openxmlformats.org/drawingml/2006/main">
              <a:ext uri="{FF2B5EF4-FFF2-40B4-BE49-F238E27FC236}">
                <a16:creationId xmlns:a16="http://schemas.microsoft.com/office/drawing/2014/main" id="{4A6A6991-EB95-44C3-9094-5940945B4298}"/>
              </a:ext>
            </a:extLst>
          </p:cNvPr>
          <p:cNvSpPr>
            <a:spLocks xmlns:a="http://schemas.openxmlformats.org/drawingml/2006/main" noGrp="1"/>
          </p:cNvSpPr>
          <p:nvPr/>
        </p:nvSpPr>
        <p:spPr>
          <a:xfrm xmlns:a="http://schemas.openxmlformats.org/drawingml/2006/main">
            <a:off x="1763100" y="948050"/>
            <a:ext cx="42462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ctr">
              <a:lnSpc>
                <a:spcPct val="115000"/>
              </a:lnSpc>
              <a:spcBef>
                <a:spcPts val="0"/>
              </a:spcBef>
              <a:spcAft>
                <a:spcPts val="1200"/>
              </a:spcAft>
              <a:buNone/>
            </a:pPr>
            <a:r>
              <a:rPr sz="1200">
                <a:latin typeface="PT Sans Narrow"/>
                <a:ea typeface="PT Sans Narrow"/>
                <a:cs typeface="PT Sans Narrow"/>
              </a:rPr>
              <a:t>Click here to edit subtitle</a:t>
            </a:r>
            <a:endParaRPr sz="1200">
              <a:solidFill>
                <a:srgbClr val="000000"/>
              </a:solidFill>
              <a:latin typeface="PT Sans Narrow"/>
              <a:ea typeface="PT Sans Narrow"/>
              <a:cs typeface="PT Sans Narrow"/>
            </a:endParaRPr>
          </a:p>
        </p:txBody>
      </p:sp>
      <p:sp>
        <p:nvSpPr>
          <p:cNvPr id="151" name="Google Shape;151;p4">
            <a:extLst xmlns:a="http://schemas.openxmlformats.org/drawingml/2006/main">
              <a:ext uri="{FF2B5EF4-FFF2-40B4-BE49-F238E27FC236}">
                <a16:creationId xmlns:a16="http://schemas.microsoft.com/office/drawing/2014/main" id="{9EA84770-86C5-48C6-94FA-5725438E6A1C}"/>
              </a:ext>
            </a:extLst>
          </p:cNvPr>
          <p:cNvSpPr>
            <a:spLocks xmlns:a="http://schemas.openxmlformats.org/drawingml/2006/main" noGrp="1"/>
          </p:cNvSpPr>
          <p:nvPr>
            <p:ph type="pic" idx="2"/>
          </p:nvPr>
        </p:nvSpPr>
        <p:spPr>
          <a:xfrm xmlns:a="http://schemas.openxmlformats.org/drawingml/2006/main">
            <a:off x="4076163" y="6199700"/>
            <a:ext cx="3035400" cy="2495700"/>
          </a:xfrm>
          <a:prstGeom xmlns:a="http://schemas.openxmlformats.org/drawingml/2006/main" prst="rect">
            <a:avLst/>
          </a:prstGeom>
          <a:noFill xmlns:a="http://schemas.openxmlformats.org/drawingml/2006/main"/>
          <a:ln xmlns:a="http://schemas.openxmlformats.org/drawingml/2006/main" w="19050" cmpd="sng">
            <a:solidFill>
              <a:srgbClr val="000000"/>
            </a:solidFill>
            <a:prstDash val="solid"/>
            <a:headEnd type="none" w="sm" len="sm"/>
            <a:tailEnd type="none" w="sm" len="sm"/>
          </a:ln>
        </p:spPr>
      </p:sp>
      <p:sp>
        <p:nvSpPr>
          <p:cNvPr id="152" name="Google Shape;152;p4">
            <a:extLst xmlns:a="http://schemas.openxmlformats.org/drawingml/2006/main">
              <a:ext uri="{FF2B5EF4-FFF2-40B4-BE49-F238E27FC236}">
                <a16:creationId xmlns:a16="http://schemas.microsoft.com/office/drawing/2014/main" id="{2540012C-9E42-4941-9409-BB9D020B6245}"/>
              </a:ext>
            </a:extLst>
          </p:cNvPr>
          <p:cNvSpPr>
            <a:spLocks xmlns:a="http://schemas.openxmlformats.org/drawingml/2006/main" noGrp="1"/>
          </p:cNvSpPr>
          <p:nvPr/>
        </p:nvSpPr>
        <p:spPr>
          <a:xfrm xmlns:a="http://schemas.openxmlformats.org/drawingml/2006/main">
            <a:off x="4007763" y="8695400"/>
            <a:ext cx="3172200" cy="28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fontScale="70000" lnSpcReduction="20000"/>
          </a:bodyPr>
          <a:lstStyle xmlns:a="http://schemas.openxmlformats.org/drawingml/2006/main"/>
          <a:p xmlns:a="http://schemas.openxmlformats.org/drawingml/2006/main">
            <a:pPr marL="0" lvl="0" indent="0" algn="l">
              <a:lnSpc>
                <a:spcPct val="105000"/>
              </a:lnSpc>
              <a:spcBef>
                <a:spcPts val="0"/>
              </a:spcBef>
              <a:spcAft>
                <a:spcPts val="0"/>
              </a:spcAft>
              <a:buNone/>
            </a:pPr>
            <a:r>
              <a:rPr sz="1100" i="1">
                <a:latin typeface="Lato"/>
                <a:ea typeface="Lato"/>
                <a:cs typeface="Lato"/>
              </a:rPr>
              <a:t>Image Alt-Text Here</a:t>
            </a:r>
            <a:endParaRPr sz="1100" i="1">
              <a:solidFill>
                <a:srgbClr val="000000"/>
              </a:solidFill>
              <a:latin typeface="Lato"/>
              <a:ea typeface="Lato"/>
              <a:cs typeface="Lato"/>
            </a:endParaRPr>
          </a:p>
        </p:txBody>
      </p:sp>
    </p:spTree>
  </p:cSld>
</p:sldLayout>
</file>

<file path=ppt/slideLayouts/slideLayout4.xml><?xml version="1.0" encoding="utf-8"?>
<p:sldLayout xmlns:p="http://schemas.openxmlformats.org/presentationml/2006/main" matchingName="Layout 4">
  <p:cSld name="CUSTOM">
    <p:spTree>
      <p:nvGrpSpPr>
        <p:cNvPr id="1" name=""/>
        <p:cNvGrpSpPr/>
        <p:nvPr/>
      </p:nvGrpSpPr>
      <p:grpSpPr>
        <a:xfrm xmlns:a="http://schemas.openxmlformats.org/drawingml/2006/main"/>
      </p:grpSpPr>
      <p:sp>
        <p:nvSpPr>
          <p:cNvPr id="154" name="Google Shape;154;p5">
            <a:extLst xmlns:a="http://schemas.openxmlformats.org/drawingml/2006/main">
              <a:ext uri="{FF2B5EF4-FFF2-40B4-BE49-F238E27FC236}">
                <a16:creationId xmlns:a16="http://schemas.microsoft.com/office/drawing/2014/main" id="{358763E5-1B4B-4B76-A1F6-9EF68E7A68F8}"/>
              </a:ext>
            </a:extLst>
          </p:cNvPr>
          <p:cNvSpPr>
            <a:spLocks xmlns:a="http://schemas.openxmlformats.org/drawingml/2006/main" noGrp="1"/>
          </p:cNvSpPr>
          <p:nvPr/>
        </p:nvSpPr>
        <p:spPr>
          <a:xfrm xmlns:a="http://schemas.openxmlformats.org/drawingml/2006/main" flipH="1">
            <a:off x="2748900" y="9168075"/>
            <a:ext cx="5023500" cy="890400"/>
          </a:xfrm>
          <a:prstGeom xmlns:a="http://schemas.openxmlformats.org/drawingml/2006/main" prst="rtTriangle">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latin typeface="Google Sans"/>
              <a:ea typeface="Google Sans"/>
              <a:cs typeface="Google Sans"/>
            </a:endParaRPr>
          </a:p>
        </p:txBody>
      </p:sp>
      <p:sp>
        <p:nvSpPr>
          <p:cNvPr id="155" name="Google Shape;155;p5">
            <a:extLst xmlns:a="http://schemas.openxmlformats.org/drawingml/2006/main">
              <a:ext uri="{FF2B5EF4-FFF2-40B4-BE49-F238E27FC236}">
                <a16:creationId xmlns:a16="http://schemas.microsoft.com/office/drawing/2014/main" id="{A8AE881D-A7C2-4843-8DDF-7796CE712DB3}"/>
              </a:ext>
            </a:extLst>
          </p:cNvPr>
          <p:cNvSpPr>
            <a:spLocks xmlns:a="http://schemas.openxmlformats.org/drawingml/2006/main" noGrp="1"/>
          </p:cNvSpPr>
          <p:nvPr/>
        </p:nvSpPr>
        <p:spPr>
          <a:xfrm xmlns:a="http://schemas.openxmlformats.org/drawingml/2006/main">
            <a:off x="0" y="9168075"/>
            <a:ext cx="4138800" cy="890400"/>
          </a:xfrm>
          <a:prstGeom xmlns:a="http://schemas.openxmlformats.org/drawingml/2006/main" prst="rtTriangle">
            <a:avLst/>
          </a:prstGeom>
          <a:solidFill xmlns:a="http://schemas.openxmlformats.org/drawingml/2006/main">
            <a:srgbClr val="DB4437"/>
          </a:solidFill>
          <a:ln xmlns:a="http://schemas.openxmlformats.org/drawingml/2006/main" w="9525" cmpd="sng">
            <a:solidFill>
              <a:srgbClr val="B7B7B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latin typeface="Google Sans"/>
              <a:ea typeface="Google Sans"/>
              <a:cs typeface="Google Sans"/>
            </a:endParaRPr>
          </a:p>
        </p:txBody>
      </p:sp>
      <p:sp>
        <p:nvSpPr>
          <p:cNvPr id="157" name="Google Shape;157;p5">
            <a:extLst xmlns:a="http://schemas.openxmlformats.org/drawingml/2006/main">
              <a:ext uri="{FF2B5EF4-FFF2-40B4-BE49-F238E27FC236}">
                <a16:creationId xmlns:a16="http://schemas.microsoft.com/office/drawing/2014/main" id="{EAB4FFB7-5ADD-4080-8BCC-970CA204EC67}"/>
              </a:ext>
            </a:extLst>
          </p:cNvPr>
          <p:cNvSpPr>
            <a:spLocks xmlns:a="http://schemas.openxmlformats.org/drawingml/2006/main" noGrp="1"/>
          </p:cNvSpPr>
          <p:nvPr/>
        </p:nvSpPr>
        <p:spPr>
          <a:xfrm xmlns:a="http://schemas.openxmlformats.org/drawingml/2006/main" rot="-5400000" flipH="0" flipV="0">
            <a:off x="812746" y="1383321"/>
            <a:ext cx="460741" cy="24277"/>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158" name="Google Shape;158;p5">
            <a:extLst xmlns:a="http://schemas.openxmlformats.org/drawingml/2006/main">
              <a:ext uri="{FF2B5EF4-FFF2-40B4-BE49-F238E27FC236}">
                <a16:creationId xmlns:a16="http://schemas.microsoft.com/office/drawing/2014/main" id="{C485C52F-EEFB-4F7A-9F82-F24380A8AD2D}"/>
              </a:ext>
            </a:extLst>
          </p:cNvPr>
          <p:cNvSpPr>
            <a:spLocks xmlns:a="http://schemas.openxmlformats.org/drawingml/2006/main" noGrp="1"/>
          </p:cNvSpPr>
          <p:nvPr/>
        </p:nvSpPr>
        <p:spPr>
          <a:xfrm xmlns:a="http://schemas.openxmlformats.org/drawingml/2006/main" rot="-5400000" flipH="0" flipV="0">
            <a:off x="2708133" y="1383321"/>
            <a:ext cx="460741" cy="24277"/>
          </a:xfrm>
          <a:prstGeom xmlns:a="http://schemas.openxmlformats.org/drawingml/2006/main" prst="rect">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159" name="Google Shape;159;p5">
            <a:extLst xmlns:a="http://schemas.openxmlformats.org/drawingml/2006/main">
              <a:ext uri="{FF2B5EF4-FFF2-40B4-BE49-F238E27FC236}">
                <a16:creationId xmlns:a16="http://schemas.microsoft.com/office/drawing/2014/main" id="{8E585FAD-56E4-4852-B379-7DDDDD573F2F}"/>
              </a:ext>
            </a:extLst>
          </p:cNvPr>
          <p:cNvSpPr>
            <a:spLocks xmlns:a="http://schemas.openxmlformats.org/drawingml/2006/main" noGrp="1"/>
          </p:cNvSpPr>
          <p:nvPr/>
        </p:nvSpPr>
        <p:spPr>
          <a:xfrm xmlns:a="http://schemas.openxmlformats.org/drawingml/2006/main" rot="-5400000" flipH="0" flipV="0">
            <a:off x="4603520" y="1383321"/>
            <a:ext cx="460741" cy="24277"/>
          </a:xfrm>
          <a:prstGeom xmlns:a="http://schemas.openxmlformats.org/drawingml/2006/main" prst="rect">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160" name="Google Shape;160;p5">
            <a:extLst xmlns:a="http://schemas.openxmlformats.org/drawingml/2006/main">
              <a:ext uri="{FF2B5EF4-FFF2-40B4-BE49-F238E27FC236}">
                <a16:creationId xmlns:a16="http://schemas.microsoft.com/office/drawing/2014/main" id="{760980A5-8CA6-47E7-80A9-CD5C3F3AE3D0}"/>
              </a:ext>
            </a:extLst>
          </p:cNvPr>
          <p:cNvSpPr>
            <a:spLocks xmlns:a="http://schemas.openxmlformats.org/drawingml/2006/main" noGrp="1"/>
          </p:cNvSpPr>
          <p:nvPr/>
        </p:nvSpPr>
        <p:spPr>
          <a:xfrm xmlns:a="http://schemas.openxmlformats.org/drawingml/2006/main" rot="-5400000" flipH="0" flipV="0">
            <a:off x="6498905" y="1383321"/>
            <a:ext cx="460741" cy="24277"/>
          </a:xfrm>
          <a:prstGeom xmlns:a="http://schemas.openxmlformats.org/drawingml/2006/main" prst="rect">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162" name="Google Shape;162;p5">
            <a:extLst xmlns:a="http://schemas.openxmlformats.org/drawingml/2006/main">
              <a:ext uri="{FF2B5EF4-FFF2-40B4-BE49-F238E27FC236}">
                <a16:creationId xmlns:a16="http://schemas.microsoft.com/office/drawing/2014/main" id="{B8B0F9CC-3809-4ED9-B6FD-ADDCAA9F18A7}"/>
              </a:ext>
            </a:extLst>
          </p:cNvPr>
          <p:cNvSpPr>
            <a:spLocks xmlns:a="http://schemas.openxmlformats.org/drawingml/2006/main" noGrp="1"/>
          </p:cNvSpPr>
          <p:nvPr/>
        </p:nvSpPr>
        <p:spPr>
          <a:xfrm xmlns:a="http://schemas.openxmlformats.org/drawingml/2006/main" rot="-5400000" flipH="0" flipV="0">
            <a:off x="812746" y="4533796"/>
            <a:ext cx="460741" cy="24277"/>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163" name="Google Shape;163;p5">
            <a:extLst xmlns:a="http://schemas.openxmlformats.org/drawingml/2006/main">
              <a:ext uri="{FF2B5EF4-FFF2-40B4-BE49-F238E27FC236}">
                <a16:creationId xmlns:a16="http://schemas.microsoft.com/office/drawing/2014/main" id="{368E9895-087A-49F9-986D-3DD0D7BCC2D0}"/>
              </a:ext>
            </a:extLst>
          </p:cNvPr>
          <p:cNvSpPr>
            <a:spLocks xmlns:a="http://schemas.openxmlformats.org/drawingml/2006/main" noGrp="1"/>
          </p:cNvSpPr>
          <p:nvPr/>
        </p:nvSpPr>
        <p:spPr>
          <a:xfrm xmlns:a="http://schemas.openxmlformats.org/drawingml/2006/main" rot="-5400000" flipH="0" flipV="0">
            <a:off x="2708133" y="4533796"/>
            <a:ext cx="460741" cy="24277"/>
          </a:xfrm>
          <a:prstGeom xmlns:a="http://schemas.openxmlformats.org/drawingml/2006/main" prst="rect">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164" name="Google Shape;164;p5">
            <a:extLst xmlns:a="http://schemas.openxmlformats.org/drawingml/2006/main">
              <a:ext uri="{FF2B5EF4-FFF2-40B4-BE49-F238E27FC236}">
                <a16:creationId xmlns:a16="http://schemas.microsoft.com/office/drawing/2014/main" id="{EFDC9D25-9E3B-463A-8220-6E00ECC9EEF5}"/>
              </a:ext>
            </a:extLst>
          </p:cNvPr>
          <p:cNvSpPr>
            <a:spLocks xmlns:a="http://schemas.openxmlformats.org/drawingml/2006/main" noGrp="1"/>
          </p:cNvSpPr>
          <p:nvPr/>
        </p:nvSpPr>
        <p:spPr>
          <a:xfrm xmlns:a="http://schemas.openxmlformats.org/drawingml/2006/main" rot="-5400000" flipH="0" flipV="0">
            <a:off x="4603520" y="4533796"/>
            <a:ext cx="460741" cy="24277"/>
          </a:xfrm>
          <a:prstGeom xmlns:a="http://schemas.openxmlformats.org/drawingml/2006/main" prst="rect">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165" name="Google Shape;165;p5">
            <a:extLst xmlns:a="http://schemas.openxmlformats.org/drawingml/2006/main">
              <a:ext uri="{FF2B5EF4-FFF2-40B4-BE49-F238E27FC236}">
                <a16:creationId xmlns:a16="http://schemas.microsoft.com/office/drawing/2014/main" id="{D1101C4D-8C2F-4354-A058-F4A7A66EF7F6}"/>
              </a:ext>
            </a:extLst>
          </p:cNvPr>
          <p:cNvSpPr>
            <a:spLocks xmlns:a="http://schemas.openxmlformats.org/drawingml/2006/main" noGrp="1"/>
          </p:cNvSpPr>
          <p:nvPr/>
        </p:nvSpPr>
        <p:spPr>
          <a:xfrm xmlns:a="http://schemas.openxmlformats.org/drawingml/2006/main" rot="-5400000" flipH="0" flipV="0">
            <a:off x="6498905" y="4533796"/>
            <a:ext cx="460741" cy="24277"/>
          </a:xfrm>
          <a:prstGeom xmlns:a="http://schemas.openxmlformats.org/drawingml/2006/main" prst="rect">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166" name="Google Shape;166;p5">
            <a:extLst xmlns:a="http://schemas.openxmlformats.org/drawingml/2006/main">
              <a:ext uri="{FF2B5EF4-FFF2-40B4-BE49-F238E27FC236}">
                <a16:creationId xmlns:a16="http://schemas.microsoft.com/office/drawing/2014/main" id="{F3890B08-1BBE-4039-89AB-D13FA438BA98}"/>
              </a:ext>
            </a:extLst>
          </p:cNvPr>
          <p:cNvSpPr>
            <a:spLocks xmlns:a="http://schemas.openxmlformats.org/drawingml/2006/main" noGrp="1"/>
          </p:cNvSpPr>
          <p:nvPr/>
        </p:nvSpPr>
        <p:spPr>
          <a:xfrm xmlns:a="http://schemas.openxmlformats.org/drawingml/2006/main">
            <a:off x="432000" y="1624350"/>
            <a:ext cx="1598400" cy="269100"/>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a:effectLst xmlns:a="http://schemas.openxmlformats.org/drawingml/2006/main">
            <a:outerShdw blurRad="57150" dist="19050" dir="5400000" algn="bl" rotWithShape="0">
              <a:srgbClr val="EEEEEE">
                <a:alpha val="5000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b="1">
                <a:solidFill>
                  <a:srgbClr val="000000"/>
                </a:solidFill>
                <a:latin typeface="Google Sans"/>
                <a:ea typeface="Google Sans"/>
                <a:cs typeface="Google Sans"/>
              </a:rPr>
              <a:t>Overview </a:t>
            </a:r>
            <a:endParaRPr b="1">
              <a:solidFill>
                <a:srgbClr val="000000"/>
              </a:solidFill>
              <a:latin typeface="Google Sans"/>
              <a:ea typeface="Google Sans"/>
              <a:cs typeface="Google Sans"/>
            </a:endParaRPr>
          </a:p>
        </p:txBody>
      </p:sp>
      <p:sp>
        <p:nvSpPr>
          <p:cNvPr id="167" name="Google Shape;167;p5">
            <a:extLst xmlns:a="http://schemas.openxmlformats.org/drawingml/2006/main">
              <a:ext uri="{FF2B5EF4-FFF2-40B4-BE49-F238E27FC236}">
                <a16:creationId xmlns:a16="http://schemas.microsoft.com/office/drawing/2014/main" id="{1F64D4F7-AF32-4583-A256-8EEBAE9C93E8}"/>
              </a:ext>
            </a:extLst>
          </p:cNvPr>
          <p:cNvSpPr>
            <a:spLocks xmlns:a="http://schemas.openxmlformats.org/drawingml/2006/main" noGrp="1"/>
          </p:cNvSpPr>
          <p:nvPr/>
        </p:nvSpPr>
        <p:spPr>
          <a:xfrm xmlns:a="http://schemas.openxmlformats.org/drawingml/2006/main">
            <a:off x="432000" y="2620004"/>
            <a:ext cx="1598400" cy="285000"/>
          </a:xfrm>
          <a:prstGeom xmlns:a="http://schemas.openxmlformats.org/drawingml/2006/main" prst="rect">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b="1">
                <a:solidFill>
                  <a:srgbClr val="000000"/>
                </a:solidFill>
                <a:latin typeface="Google Sans"/>
                <a:ea typeface="Google Sans"/>
                <a:cs typeface="Google Sans"/>
              </a:rPr>
              <a:t>Problem</a:t>
            </a:r>
            <a:endParaRPr b="1">
              <a:solidFill>
                <a:srgbClr val="000000"/>
              </a:solidFill>
              <a:latin typeface="Google Sans"/>
              <a:ea typeface="Google Sans"/>
              <a:cs typeface="Google Sans"/>
            </a:endParaRPr>
          </a:p>
        </p:txBody>
      </p:sp>
      <p:sp>
        <p:nvSpPr>
          <p:cNvPr id="168" name="Google Shape;168;p5">
            <a:extLst xmlns:a="http://schemas.openxmlformats.org/drawingml/2006/main">
              <a:ext uri="{FF2B5EF4-FFF2-40B4-BE49-F238E27FC236}">
                <a16:creationId xmlns:a16="http://schemas.microsoft.com/office/drawing/2014/main" id="{9B4B0A7F-7D40-4021-922B-1DFB307DA6EC}"/>
              </a:ext>
            </a:extLst>
          </p:cNvPr>
          <p:cNvSpPr>
            <a:spLocks xmlns:a="http://schemas.openxmlformats.org/drawingml/2006/main" noGrp="1"/>
          </p:cNvSpPr>
          <p:nvPr/>
        </p:nvSpPr>
        <p:spPr>
          <a:xfrm xmlns:a="http://schemas.openxmlformats.org/drawingml/2006/main">
            <a:off x="432000" y="3615673"/>
            <a:ext cx="1598400" cy="269100"/>
          </a:xfrm>
          <a:prstGeom xmlns:a="http://schemas.openxmlformats.org/drawingml/2006/main" prst="rect">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b="1">
                <a:solidFill>
                  <a:srgbClr val="000000"/>
                </a:solidFill>
                <a:latin typeface="Google Sans"/>
                <a:ea typeface="Google Sans"/>
                <a:cs typeface="Google Sans"/>
              </a:rPr>
              <a:t>Solution</a:t>
            </a:r>
            <a:endParaRPr b="1">
              <a:solidFill>
                <a:srgbClr val="000000"/>
              </a:solidFill>
              <a:latin typeface="Google Sans"/>
              <a:ea typeface="Google Sans"/>
              <a:cs typeface="Google Sans"/>
            </a:endParaRPr>
          </a:p>
        </p:txBody>
      </p:sp>
      <p:sp>
        <p:nvSpPr>
          <p:cNvPr id="169" name="Google Shape;169;p5">
            <a:extLst xmlns:a="http://schemas.openxmlformats.org/drawingml/2006/main">
              <a:ext uri="{FF2B5EF4-FFF2-40B4-BE49-F238E27FC236}">
                <a16:creationId xmlns:a16="http://schemas.microsoft.com/office/drawing/2014/main" id="{3690EF69-DD9D-47E0-AA6A-171D33F565F6}"/>
              </a:ext>
            </a:extLst>
          </p:cNvPr>
          <p:cNvSpPr>
            <a:spLocks xmlns:a="http://schemas.openxmlformats.org/drawingml/2006/main" noGrp="1"/>
          </p:cNvSpPr>
          <p:nvPr/>
        </p:nvSpPr>
        <p:spPr>
          <a:xfrm xmlns:a="http://schemas.openxmlformats.org/drawingml/2006/main">
            <a:off x="432000" y="4676196"/>
            <a:ext cx="1598400" cy="285000"/>
          </a:xfrm>
          <a:prstGeom xmlns:a="http://schemas.openxmlformats.org/drawingml/2006/main" prst="rect">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b="1">
                <a:solidFill>
                  <a:srgbClr val="000000"/>
                </a:solidFill>
                <a:latin typeface="Google Sans"/>
                <a:ea typeface="Google Sans"/>
                <a:cs typeface="Google Sans"/>
              </a:rPr>
              <a:t>Details </a:t>
            </a:r>
            <a:endParaRPr b="1">
              <a:solidFill>
                <a:srgbClr val="000000"/>
              </a:solidFill>
              <a:latin typeface="Google Sans"/>
              <a:ea typeface="Google Sans"/>
              <a:cs typeface="Google Sans"/>
            </a:endParaRPr>
          </a:p>
        </p:txBody>
      </p:sp>
      <p:sp>
        <p:nvSpPr>
          <p:cNvPr id="170" name="Google Shape;170;p5">
            <a:extLst xmlns:a="http://schemas.openxmlformats.org/drawingml/2006/main">
              <a:ext uri="{FF2B5EF4-FFF2-40B4-BE49-F238E27FC236}">
                <a16:creationId xmlns:a16="http://schemas.microsoft.com/office/drawing/2014/main" id="{D0947A0F-1077-4B6F-A0D8-ADA2D4C7BB1C}"/>
              </a:ext>
            </a:extLst>
          </p:cNvPr>
          <p:cNvSpPr>
            <a:spLocks xmlns:a="http://schemas.openxmlformats.org/drawingml/2006/main" noGrp="1"/>
          </p:cNvSpPr>
          <p:nvPr/>
        </p:nvSpPr>
        <p:spPr>
          <a:xfrm xmlns:a="http://schemas.openxmlformats.org/drawingml/2006/main">
            <a:off x="432000" y="8296570"/>
            <a:ext cx="1598400" cy="269100"/>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rPr b="1">
                <a:solidFill>
                  <a:srgbClr val="000000"/>
                </a:solidFill>
                <a:latin typeface="Google Sans"/>
                <a:ea typeface="Google Sans"/>
                <a:cs typeface="Google Sans"/>
              </a:rPr>
              <a:t>Next Steps </a:t>
            </a:r>
            <a:endParaRPr b="1">
              <a:solidFill>
                <a:srgbClr val="000000"/>
              </a:solidFill>
              <a:latin typeface="Google Sans"/>
              <a:ea typeface="Google Sans"/>
              <a:cs typeface="Google Sans"/>
            </a:endParaRPr>
          </a:p>
        </p:txBody>
      </p:sp>
      <p:sp>
        <p:nvSpPr>
          <p:cNvPr id="172" name="Google Shape;172;p5">
            <a:extLst xmlns:a="http://schemas.openxmlformats.org/drawingml/2006/main">
              <a:ext uri="{FF2B5EF4-FFF2-40B4-BE49-F238E27FC236}">
                <a16:creationId xmlns:a16="http://schemas.microsoft.com/office/drawing/2014/main" id="{B690BB2C-51BE-4806-BAAF-FE5C8177D1B4}"/>
              </a:ext>
            </a:extLst>
          </p:cNvPr>
          <p:cNvSpPr>
            <a:spLocks xmlns:a="http://schemas.openxmlformats.org/drawingml/2006/main" noGrp="1"/>
          </p:cNvSpPr>
          <p:nvPr/>
        </p:nvSpPr>
        <p:spPr>
          <a:xfrm xmlns:a="http://schemas.openxmlformats.org/drawingml/2006/main" rot="-5400000" flipH="0" flipV="0">
            <a:off x="812746" y="8191171"/>
            <a:ext cx="460741" cy="24277"/>
          </a:xfrm>
          <a:prstGeom xmlns:a="http://schemas.openxmlformats.org/drawingml/2006/main" prst="rect">
            <a:avLst/>
          </a:prstGeom>
          <a:solidFill xmlns:a="http://schemas.openxmlformats.org/drawingml/2006/main">
            <a:srgbClr val="4285F4"/>
          </a:solidFill>
          <a:ln xmlns:a="http://schemas.openxmlformats.org/drawingml/2006/main" w="9525" cmpd="sng">
            <a:solidFill>
              <a:srgbClr val="4285F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173" name="Google Shape;173;p5">
            <a:extLst xmlns:a="http://schemas.openxmlformats.org/drawingml/2006/main">
              <a:ext uri="{FF2B5EF4-FFF2-40B4-BE49-F238E27FC236}">
                <a16:creationId xmlns:a16="http://schemas.microsoft.com/office/drawing/2014/main" id="{A848F793-2EE7-443A-B13E-F860B60246B0}"/>
              </a:ext>
            </a:extLst>
          </p:cNvPr>
          <p:cNvSpPr>
            <a:spLocks xmlns:a="http://schemas.openxmlformats.org/drawingml/2006/main" noGrp="1"/>
          </p:cNvSpPr>
          <p:nvPr/>
        </p:nvSpPr>
        <p:spPr>
          <a:xfrm xmlns:a="http://schemas.openxmlformats.org/drawingml/2006/main" rot="-5400000" flipH="0" flipV="0">
            <a:off x="2708133" y="8191171"/>
            <a:ext cx="460741" cy="24277"/>
          </a:xfrm>
          <a:prstGeom xmlns:a="http://schemas.openxmlformats.org/drawingml/2006/main" prst="rect">
            <a:avLst/>
          </a:prstGeom>
          <a:solidFill xmlns:a="http://schemas.openxmlformats.org/drawingml/2006/main">
            <a:srgbClr val="DB4437"/>
          </a:solidFill>
          <a:ln xmlns:a="http://schemas.openxmlformats.org/drawingml/2006/main" w="9525" cmpd="sng">
            <a:solidFill>
              <a:srgbClr val="DB443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174" name="Google Shape;174;p5">
            <a:extLst xmlns:a="http://schemas.openxmlformats.org/drawingml/2006/main">
              <a:ext uri="{FF2B5EF4-FFF2-40B4-BE49-F238E27FC236}">
                <a16:creationId xmlns:a16="http://schemas.microsoft.com/office/drawing/2014/main" id="{093B10B6-EECE-40F9-A282-AA2087A4D364}"/>
              </a:ext>
            </a:extLst>
          </p:cNvPr>
          <p:cNvSpPr>
            <a:spLocks xmlns:a="http://schemas.openxmlformats.org/drawingml/2006/main" noGrp="1"/>
          </p:cNvSpPr>
          <p:nvPr/>
        </p:nvSpPr>
        <p:spPr>
          <a:xfrm xmlns:a="http://schemas.openxmlformats.org/drawingml/2006/main" rot="-5400000" flipH="0" flipV="0">
            <a:off x="4603520" y="8191171"/>
            <a:ext cx="460741" cy="24277"/>
          </a:xfrm>
          <a:prstGeom xmlns:a="http://schemas.openxmlformats.org/drawingml/2006/main" prst="rect">
            <a:avLst/>
          </a:prstGeom>
          <a:solidFill xmlns:a="http://schemas.openxmlformats.org/drawingml/2006/main">
            <a:srgbClr val="F4B400"/>
          </a:solidFill>
          <a:ln xmlns:a="http://schemas.openxmlformats.org/drawingml/2006/main" w="9525" cmpd="sng">
            <a:solidFill>
              <a:srgbClr val="F4B400"/>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175" name="Google Shape;175;p5">
            <a:extLst xmlns:a="http://schemas.openxmlformats.org/drawingml/2006/main">
              <a:ext uri="{FF2B5EF4-FFF2-40B4-BE49-F238E27FC236}">
                <a16:creationId xmlns:a16="http://schemas.microsoft.com/office/drawing/2014/main" id="{4E1E5CA6-29E1-4489-8866-5C563C49F776}"/>
              </a:ext>
            </a:extLst>
          </p:cNvPr>
          <p:cNvSpPr>
            <a:spLocks xmlns:a="http://schemas.openxmlformats.org/drawingml/2006/main" noGrp="1"/>
          </p:cNvSpPr>
          <p:nvPr/>
        </p:nvSpPr>
        <p:spPr>
          <a:xfrm xmlns:a="http://schemas.openxmlformats.org/drawingml/2006/main" rot="-5400000" flipH="0" flipV="0">
            <a:off x="6498905" y="8191171"/>
            <a:ext cx="460741" cy="24277"/>
          </a:xfrm>
          <a:prstGeom xmlns:a="http://schemas.openxmlformats.org/drawingml/2006/main" prst="rect">
            <a:avLst/>
          </a:prstGeom>
          <a:solidFill xmlns:a="http://schemas.openxmlformats.org/drawingml/2006/main">
            <a:srgbClr val="0F9D58"/>
          </a:solidFill>
          <a:ln xmlns:a="http://schemas.openxmlformats.org/drawingml/2006/main" w="9525" cmpd="sng">
            <a:solidFill>
              <a:srgbClr val="0F9D58"/>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rgbClr val="595959"/>
              </a:solidFill>
            </a:endParaRPr>
          </a:p>
        </p:txBody>
      </p:sp>
      <p:sp>
        <p:nvSpPr>
          <p:cNvPr id="176" name="Google Shape;176;p5">
            <a:extLst xmlns:a="http://schemas.openxmlformats.org/drawingml/2006/main">
              <a:ext uri="{FF2B5EF4-FFF2-40B4-BE49-F238E27FC236}">
                <a16:creationId xmlns:a16="http://schemas.microsoft.com/office/drawing/2014/main" id="{BCD17B5E-165A-4D67-9C62-82DDA73A8887}"/>
              </a:ext>
            </a:extLst>
          </p:cNvPr>
          <p:cNvSpPr>
            <a:spLocks xmlns:a="http://schemas.openxmlformats.org/drawingml/2006/main" noGrp="1"/>
          </p:cNvSpPr>
          <p:nvPr>
            <p:ph type="pic" idx="2"/>
          </p:nvPr>
        </p:nvSpPr>
        <p:spPr>
          <a:xfrm xmlns:a="http://schemas.openxmlformats.org/drawingml/2006/main">
            <a:off x="4394725" y="4961200"/>
            <a:ext cx="3035400" cy="2495700"/>
          </a:xfrm>
          <a:prstGeom xmlns:a="http://schemas.openxmlformats.org/drawingml/2006/main" prst="rect">
            <a:avLst/>
          </a:prstGeom>
          <a:noFill xmlns:a="http://schemas.openxmlformats.org/drawingml/2006/main"/>
          <a:ln xmlns:a="http://schemas.openxmlformats.org/drawingml/2006/main" w="19050" cmpd="sng">
            <a:solidFill>
              <a:srgbClr val="000000"/>
            </a:solidFill>
            <a:prstDash val="solid"/>
            <a:headEnd type="none" w="sm" len="sm"/>
            <a:tailEnd type="none" w="sm" len="sm"/>
          </a:ln>
        </p:spPr>
      </p:sp>
    </p:spTree>
  </p:cSld>
</p:sldLayout>
</file>

<file path=ppt/slideLayouts/slideLayout5.xml><?xml version="1.0" encoding="utf-8"?>
<p:sldLayout xmlns:p="http://schemas.openxmlformats.org/presentationml/2006/main" matchingName="DO NOT USE ">
  <p:cSld name="TITLE_2_1">
    <p:spTree>
      <p:nvGrpSpPr>
        <p:cNvPr id="1" name=""/>
        <p:cNvGrpSpPr/>
        <p:nvPr/>
      </p:nvGrpSpPr>
      <p:grpSpPr>
        <a:xfrm xmlns:a="http://schemas.openxmlformats.org/drawingml/2006/main"/>
      </p:grpSpPr>
      <p:sp>
        <p:nvSpPr>
          <p:cNvPr id="178" name="Google Shape;178;p6">
            <a:extLst xmlns:a="http://schemas.openxmlformats.org/drawingml/2006/main">
              <a:ext uri="{FF2B5EF4-FFF2-40B4-BE49-F238E27FC236}">
                <a16:creationId xmlns:a16="http://schemas.microsoft.com/office/drawing/2014/main" id="{5E1B70AB-95D4-42DD-A342-E61741A69827}"/>
              </a:ext>
            </a:extLst>
          </p:cNvPr>
          <p:cNvSpPr>
            <a:spLocks xmlns:a="http://schemas.openxmlformats.org/drawingml/2006/main" noGrp="1"/>
          </p:cNvSpPr>
          <p:nvPr/>
        </p:nvSpPr>
        <p:spPr>
          <a:xfrm xmlns:a="http://schemas.openxmlformats.org/drawingml/2006/main">
            <a:off x="3993321" y="9367991"/>
            <a:ext cx="3693900" cy="73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r">
              <a:spcBef>
                <a:spcPts val="0"/>
              </a:spcBef>
              <a:spcAft>
                <a:spcPts val="0"/>
              </a:spcAft>
              <a:buNone/>
            </a:pPr>
            <a:r>
              <a:rPr sz="600">
                <a:solidFill>
                  <a:srgbClr val="FFFFFF"/>
                </a:solidFill>
                <a:latin typeface="Roboto"/>
                <a:ea typeface="Roboto"/>
                <a:cs typeface="Roboto"/>
              </a:rPr>
              <a:t>Source:  Lorem ipsum dolor sit amet, consectetur adipiscing elit. Duis non erat sem</a:t>
            </a:r>
            <a:endParaRPr sz="600">
              <a:solidFill>
                <a:srgbClr val="FFFFFF"/>
              </a:solidFill>
              <a:latin typeface="Roboto"/>
              <a:ea typeface="Roboto"/>
              <a:cs typeface="Roboto"/>
            </a:endParaRPr>
          </a:p>
        </p:txBody>
      </p:sp>
      <p:sp>
        <p:nvSpPr>
          <p:cNvPr id="180" name="Google Shape;180;p6">
            <a:extLst xmlns:a="http://schemas.openxmlformats.org/drawingml/2006/main">
              <a:ext uri="{FF2B5EF4-FFF2-40B4-BE49-F238E27FC236}">
                <a16:creationId xmlns:a16="http://schemas.microsoft.com/office/drawing/2014/main" id="{D690CF52-B0DB-4CA7-9B4D-9B566B38DE57}"/>
              </a:ext>
            </a:extLst>
          </p:cNvPr>
          <p:cNvSpPr>
            <a:spLocks xmlns:a="http://schemas.openxmlformats.org/drawingml/2006/main" noGrp="1"/>
          </p:cNvSpPr>
          <p:nvPr/>
        </p:nvSpPr>
        <p:spPr>
          <a:xfrm xmlns:a="http://schemas.openxmlformats.org/drawingml/2006/main" rot="0" flipH="1" flipV="0">
            <a:off x="16357" y="9048087"/>
            <a:ext cx="7772292" cy="1072407"/>
          </a:xfrm>
          <a:custGeom xmlns:a="http://schemas.openxmlformats.org/drawingml/2006/main">
            <a:rect l="l" t="t" r="r" b="b"/>
            <a:pathLst>
              <a:path w="367556" h="19840">
                <a:moveTo>
                  <a:pt x="0" y="19840"/>
                </a:moveTo>
                <a:lnTo>
                  <a:pt x="515" y="0"/>
                </a:lnTo>
                <a:lnTo>
                  <a:pt x="367556" y="11270"/>
                </a:lnTo>
                <a:lnTo>
                  <a:pt x="367044" y="18698"/>
                </a:lnTo>
                <a:close/>
              </a:path>
            </a:pathLst>
          </a:custGeom>
          <a:solidFill xmlns:a="http://schemas.openxmlformats.org/drawingml/2006/main">
            <a:srgbClr val="4069DD"/>
          </a:solidFill>
          <a:ln xmlns:a="http://schemas.openxmlformats.org/drawingml/2006/main">
            <a:noFill/>
          </a:ln>
        </p:spPr>
      </p:sp>
      <p:sp>
        <p:nvSpPr>
          <p:cNvPr id="181" name="Google Shape;181;p6">
            <a:extLst xmlns:a="http://schemas.openxmlformats.org/drawingml/2006/main">
              <a:ext uri="{FF2B5EF4-FFF2-40B4-BE49-F238E27FC236}">
                <a16:creationId xmlns:a16="http://schemas.microsoft.com/office/drawing/2014/main" id="{2DCAB096-D09B-48EF-922D-19037D4BECB3}"/>
              </a:ext>
            </a:extLst>
          </p:cNvPr>
          <p:cNvSpPr>
            <a:spLocks xmlns:a="http://schemas.openxmlformats.org/drawingml/2006/main" noGrp="1"/>
          </p:cNvSpPr>
          <p:nvPr/>
        </p:nvSpPr>
        <p:spPr>
          <a:xfrm xmlns:a="http://schemas.openxmlformats.org/drawingml/2006/main" rot="0" flipH="1" flipV="0">
            <a:off x="-16250" y="9165569"/>
            <a:ext cx="4054317" cy="926904"/>
          </a:xfrm>
          <a:custGeom xmlns:a="http://schemas.openxmlformats.org/drawingml/2006/main">
            <a:rect l="l" t="t" r="r" b="b"/>
            <a:pathLst>
              <a:path w="366343" h="18959">
                <a:moveTo>
                  <a:pt x="0" y="18521"/>
                </a:moveTo>
                <a:lnTo>
                  <a:pt x="366343" y="0"/>
                </a:lnTo>
                <a:lnTo>
                  <a:pt x="366052" y="18959"/>
                </a:lnTo>
                <a:close/>
              </a:path>
            </a:pathLst>
          </a:custGeom>
          <a:solidFill xmlns:a="http://schemas.openxmlformats.org/drawingml/2006/main">
            <a:srgbClr val="448AFF"/>
          </a:solidFill>
          <a:ln xmlns:a="http://schemas.openxmlformats.org/drawingml/2006/main">
            <a:noFill/>
          </a:ln>
        </p:spPr>
      </p:sp>
    </p:spTree>
  </p:cSld>
</p:sldLayout>
</file>

<file path=ppt/slideLayouts/slideLayout6.xml><?xml version="1.0" encoding="utf-8"?>
<p:sldLayout xmlns:p="http://schemas.openxmlformats.org/presentationml/2006/main" matchingName="BLANK - DO NOT USE">
  <p:cSld name="CUSTOM_1">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572e7f3dcf4b27" /><Relationship Type="http://schemas.openxmlformats.org/officeDocument/2006/relationships/slideLayout" Target="/ppt/slideLayouts/slideLayout1.xml" Id="R681b9e0aabb44fa3" /><Relationship Type="http://schemas.openxmlformats.org/officeDocument/2006/relationships/slideLayout" Target="/ppt/slideLayouts/slideLayout2.xml" Id="R81170f223a1e4c72" /><Relationship Type="http://schemas.openxmlformats.org/officeDocument/2006/relationships/slideLayout" Target="/ppt/slideLayouts/slideLayout3.xml" Id="R6196bf6c981849a6" /><Relationship Type="http://schemas.openxmlformats.org/officeDocument/2006/relationships/slideLayout" Target="/ppt/slideLayouts/slideLayout4.xml" Id="R45619ff0e17b4745" /><Relationship Type="http://schemas.openxmlformats.org/officeDocument/2006/relationships/slideLayout" Target="/ppt/slideLayouts/slideLayout5.xml" Id="R31316eb34fa3477f" /><Relationship Type="http://schemas.openxmlformats.org/officeDocument/2006/relationships/slideLayout" Target="/ppt/slideLayouts/slideLayout6.xml" Id="Ree19060a42e047d8"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135FCF5F-8E31-4DE9-B042-3712F0887979}"/>
              </a:ext>
            </a:extLst>
          </p:cNvPr>
          <p:cNvSpPr>
            <a:spLocks xmlns:a="http://schemas.openxmlformats.org/drawingml/2006/main" noGrp="1"/>
          </p:cNvSpPr>
          <p:nvPr>
            <p:ph type="title" idx="0"/>
          </p:nvPr>
        </p:nvSpPr>
        <p:spPr>
          <a:xfrm xmlns:a="http://schemas.openxmlformats.org/drawingml/2006/main">
            <a:off x="264945" y="870271"/>
            <a:ext cx="7242600" cy="111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887EE9C8-D8C0-4FA8-A6D2-2E9440A9BE4B}"/>
              </a:ext>
            </a:extLst>
          </p:cNvPr>
          <p:cNvSpPr>
            <a:spLocks xmlns:a="http://schemas.openxmlformats.org/drawingml/2006/main" noGrp="1"/>
          </p:cNvSpPr>
          <p:nvPr>
            <p:ph type="body" idx="1"/>
          </p:nvPr>
        </p:nvSpPr>
        <p:spPr>
          <a:xfrm xmlns:a="http://schemas.openxmlformats.org/drawingml/2006/main">
            <a:off x="264945" y="2253729"/>
            <a:ext cx="7242600" cy="66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defRPr>
            </a:lvl1pPr>
            <a:lvl2pPr marL="914400"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defRPr>
            </a:lvl2pPr>
            <a:lvl3pPr marL="1371600"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defRPr>
            </a:lvl3pPr>
            <a:lvl4pPr marL="1828800"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defRPr>
            </a:lvl4pPr>
            <a:lvl5pPr marL="2286000"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defRPr>
            </a:lvl5pPr>
            <a:lvl6pPr marL="2743200"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defRPr>
            </a:lvl6pPr>
            <a:lvl7pPr marL="3200400"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defRPr>
            </a:lvl7pPr>
            <a:lvl8pPr marL="3657600"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defRPr>
            </a:lvl8pPr>
            <a:lvl9pPr marL="4114800"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2687E71A-74C8-409A-A62A-0E8EF88DF616}"/>
              </a:ext>
            </a:extLst>
          </p:cNvPr>
          <p:cNvSpPr>
            <a:spLocks xmlns:a="http://schemas.openxmlformats.org/drawingml/2006/main" noGrp="1"/>
          </p:cNvSpPr>
          <p:nvPr>
            <p:ph type="sldNum" idx="12"/>
          </p:nvPr>
        </p:nvSpPr>
        <p:spPr>
          <a:xfrm xmlns:a="http://schemas.openxmlformats.org/drawingml/2006/main">
            <a:off x="7201589" y="9119180"/>
            <a:ext cx="466500" cy="76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9" name="Google Shape;9;p1">
            <a:extLst xmlns:a="http://schemas.openxmlformats.org/drawingml/2006/main">
              <a:ext uri="{FF2B5EF4-FFF2-40B4-BE49-F238E27FC236}">
                <a16:creationId xmlns:a16="http://schemas.microsoft.com/office/drawing/2014/main" id="{AC563438-017D-43B1-B508-A27C9A612E9B}"/>
              </a:ext>
            </a:extLst>
          </p:cNvPr>
          <p:cNvSpPr>
            <a:spLocks xmlns:a="http://schemas.openxmlformats.org/drawingml/2006/main" noGrp="1"/>
          </p:cNvSpPr>
          <p:nvPr/>
        </p:nvSpPr>
        <p:spPr>
          <a:xfrm xmlns:a="http://schemas.openxmlformats.org/drawingml/2006/main">
            <a:off x="3247350" y="1195375"/>
            <a:ext cx="44982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dk2"/>
              </a:solidFil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681b9e0aabb44fa3"/>
    <p:sldLayoutId xmlns:r="http://schemas.openxmlformats.org/officeDocument/2006/relationships" id="2147483650" r:id="R81170f223a1e4c72"/>
    <p:sldLayoutId xmlns:r="http://schemas.openxmlformats.org/officeDocument/2006/relationships" id="2147483651" r:id="R6196bf6c981849a6"/>
    <p:sldLayoutId xmlns:r="http://schemas.openxmlformats.org/officeDocument/2006/relationships" id="2147483652" r:id="R45619ff0e17b4745"/>
    <p:sldLayoutId xmlns:r="http://schemas.openxmlformats.org/officeDocument/2006/relationships" id="2147483653" r:id="R31316eb34fa3477f"/>
    <p:sldLayoutId xmlns:r="http://schemas.openxmlformats.org/officeDocument/2006/relationships" id="2147483654" r:id="Ree19060a42e047d8"/>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4.xml" Id="Ra8e042c2ee7c4ade" /><Relationship Type="http://schemas.openxmlformats.org/officeDocument/2006/relationships/image" Target="/ppt/media/image.png" Id="R315d3bcbea8d4a22" /><Relationship Type="http://schemas.openxmlformats.org/officeDocument/2006/relationships/notesSlide" Target="/ppt/notesSlides/notesSlide1.xml" Id="R082f72db40dd41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f743ca120663434c" /><Relationship Type="http://schemas.openxmlformats.org/officeDocument/2006/relationships/image" Target="/ppt/media/image2.png" Id="R8b2b1a86671142ba" /><Relationship Type="http://schemas.openxmlformats.org/officeDocument/2006/relationships/notesSlide" Target="/ppt/notesSlides/notesSlide2.xml" Id="Rb46ab55479d04c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255e0dba3e42467b" /><Relationship Type="http://schemas.openxmlformats.org/officeDocument/2006/relationships/image" Target="/ppt/media/image3.png" Id="R3bc4ac67206140e7" /><Relationship Type="http://schemas.openxmlformats.org/officeDocument/2006/relationships/notesSlide" Target="/ppt/notesSlides/notesSlide3.xml" Id="R61cb30f338394a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738f368f61cf47f6" /><Relationship Type="http://schemas.openxmlformats.org/officeDocument/2006/relationships/image" Target="/ppt/media/image4.png" Id="R5187e4b80083492a" /><Relationship Type="http://schemas.openxmlformats.org/officeDocument/2006/relationships/notesSlide" Target="/ppt/notesSlides/notesSlide4.xml" Id="R927817de0b1a4d69"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0575396f40434717" /><Relationship Type="http://schemas.openxmlformats.org/officeDocument/2006/relationships/image" Target="/ppt/media/image5.png" Id="R9ebd3539f594498a" /><Relationship Type="http://schemas.openxmlformats.org/officeDocument/2006/relationships/notesSlide" Target="/ppt/notesSlides/notesSlide5.xml" Id="R6326cba443e7490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87" name="Google Shape;187;p8">
            <a:extLst xmlns:a="http://schemas.openxmlformats.org/drawingml/2006/main">
              <a:ext uri="{FF2B5EF4-FFF2-40B4-BE49-F238E27FC236}">
                <a16:creationId xmlns:a16="http://schemas.microsoft.com/office/drawing/2014/main" id="{01B5B5CF-B7BF-416D-8B3A-4BA57390D468}"/>
              </a:ext>
            </a:extLst>
          </p:cNvPr>
          <p:cNvSpPr>
            <a:spLocks xmlns:a="http://schemas.openxmlformats.org/drawingml/2006/main" noGrp="1"/>
          </p:cNvSpPr>
          <p:nvPr/>
        </p:nvSpPr>
        <p:spPr>
          <a:xfrm xmlns:a="http://schemas.openxmlformats.org/drawingml/2006/main">
            <a:off x="159875" y="441000"/>
            <a:ext cx="7458900" cy="4217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725" b="1">
                <a:solidFill>
                  <a:srgbClr val="202124"/>
                </a:solidFill>
                <a:latin typeface="Google Sans"/>
                <a:ea typeface="Google Sans"/>
                <a:cs typeface="Google Sans"/>
              </a:defRPr>
            </a:defPPr>
            <a:lvl1pPr>
              <a:defRPr sz="1725" b="1">
                <a:solidFill>
                  <a:srgbClr val="202124"/>
                </a:solidFill>
                <a:latin typeface="Google Sans"/>
                <a:ea typeface="Google Sans"/>
                <a:cs typeface="Google Sans"/>
              </a:defRPr>
            </a:lvl1pPr>
            <a:lvl2pPr>
              <a:defRPr sz="1725" b="1">
                <a:solidFill>
                  <a:srgbClr val="202124"/>
                </a:solidFill>
                <a:latin typeface="Google Sans"/>
                <a:ea typeface="Google Sans"/>
                <a:cs typeface="Google Sans"/>
              </a:defRPr>
            </a:lvl2pPr>
            <a:lvl3pPr>
              <a:defRPr sz="1725" b="1">
                <a:solidFill>
                  <a:srgbClr val="202124"/>
                </a:solidFill>
                <a:latin typeface="Google Sans"/>
                <a:ea typeface="Google Sans"/>
                <a:cs typeface="Google Sans"/>
              </a:defRPr>
            </a:lvl3pPr>
            <a:lvl4pPr>
              <a:defRPr sz="1725" b="1">
                <a:solidFill>
                  <a:srgbClr val="202124"/>
                </a:solidFill>
                <a:latin typeface="Google Sans"/>
                <a:ea typeface="Google Sans"/>
                <a:cs typeface="Google Sans"/>
              </a:defRPr>
            </a:lvl4pPr>
            <a:lvl5pPr>
              <a:defRPr sz="1725" b="1">
                <a:solidFill>
                  <a:srgbClr val="202124"/>
                </a:solidFill>
                <a:latin typeface="Google Sans"/>
                <a:ea typeface="Google Sans"/>
                <a:cs typeface="Google Sans"/>
              </a:defRPr>
            </a:lvl5pPr>
            <a:lvl6pPr>
              <a:defRPr sz="1725" b="1">
                <a:solidFill>
                  <a:srgbClr val="202124"/>
                </a:solidFill>
                <a:latin typeface="Google Sans"/>
                <a:ea typeface="Google Sans"/>
                <a:cs typeface="Google Sans"/>
              </a:defRPr>
            </a:lvl6pPr>
            <a:lvl7pPr>
              <a:defRPr sz="1725" b="1">
                <a:solidFill>
                  <a:srgbClr val="202124"/>
                </a:solidFill>
                <a:latin typeface="Google Sans"/>
                <a:ea typeface="Google Sans"/>
                <a:cs typeface="Google Sans"/>
              </a:defRPr>
            </a:lvl7pPr>
            <a:lvl8pPr>
              <a:defRPr sz="1725" b="1">
                <a:solidFill>
                  <a:srgbClr val="202124"/>
                </a:solidFill>
                <a:latin typeface="Google Sans"/>
                <a:ea typeface="Google Sans"/>
                <a:cs typeface="Google Sans"/>
              </a:defRPr>
            </a:lvl8pPr>
            <a:lvl9pPr>
              <a:defRPr sz="1725" b="1">
                <a:solidFill>
                  <a:srgbClr val="202124"/>
                </a:solidFill>
                <a:latin typeface="Google Sans"/>
                <a:ea typeface="Google Sans"/>
                <a:cs typeface="Google Sans"/>
              </a:defRPr>
            </a:lvl9pPr>
          </a:lstStyle>
          <a:p xmlns:a="http://schemas.openxmlformats.org/drawingml/2006/main">
            <a:pPr marL="0" lvl="0" indent="0" algn="ctr">
              <a:lnSpc>
                <a:spcPct val="95000"/>
              </a:lnSpc>
              <a:spcBef>
                <a:spcPts val="0"/>
              </a:spcBef>
              <a:spcAft>
                <a:spcPts val="0"/>
              </a:spcAft>
              <a:buClr>
                <a:schemeClr val="dk1"/>
              </a:buClr>
              <a:buSzPts val="1100"/>
              <a:buFont typeface="Arial"/>
              <a:buNone/>
              <a:defRPr sz="1725" b="1">
                <a:solidFill>
                  <a:srgbClr val="202124"/>
                </a:solidFill>
                <a:latin typeface="Google Sans"/>
                <a:ea typeface="Google Sans"/>
                <a:cs typeface="Google Sans"/>
              </a:defRPr>
            </a:pPr>
            <a:r>
              <a:rPr sz="1725" b="1">
                <a:solidFill>
                  <a:srgbClr val="202124"/>
                </a:solidFill>
                <a:latin typeface="Google Sans"/>
                <a:ea typeface="Google Sans"/>
                <a:cs typeface="Google Sans"/>
              </a:rPr>
              <a:t>Category Performance Across the Export</a:t>
            </a:r>
            <a:endParaRPr sz="2100" b="1">
              <a:latin typeface="Google Sans"/>
              <a:ea typeface="Google Sans"/>
              <a:cs typeface="Google Sans"/>
            </a:endParaRPr>
          </a:p>
        </p:txBody>
      </p:sp>
      <p:sp>
        <p:nvSpPr>
          <p:cNvPr id="188" name="Google Shape;188;p8">
            <a:extLst xmlns:a="http://schemas.openxmlformats.org/drawingml/2006/main">
              <a:ext uri="{FF2B5EF4-FFF2-40B4-BE49-F238E27FC236}">
                <a16:creationId xmlns:a16="http://schemas.microsoft.com/office/drawing/2014/main" id="{1C4B4964-177A-4BBB-B918-A8DFFBD302FA}"/>
              </a:ext>
            </a:extLst>
          </p:cNvPr>
          <p:cNvSpPr>
            <a:spLocks xmlns:a="http://schemas.openxmlformats.org/drawingml/2006/main" noGrp="1"/>
          </p:cNvSpPr>
          <p:nvPr/>
        </p:nvSpPr>
        <p:spPr>
          <a:xfrm xmlns:a="http://schemas.openxmlformats.org/drawingml/2006/main">
            <a:off x="1763100" y="948050"/>
            <a:ext cx="4246200" cy="7558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050" b="0">
                <a:solidFill>
                  <a:srgbClr val="202124"/>
                </a:solidFill>
                <a:latin typeface="PT Sans Narrow"/>
                <a:ea typeface="PT Sans Narrow"/>
                <a:cs typeface="PT Sans Narrow"/>
              </a:defRPr>
            </a:defPPr>
            <a:lvl1pPr>
              <a:defRPr sz="1050" b="0">
                <a:solidFill>
                  <a:srgbClr val="202124"/>
                </a:solidFill>
                <a:latin typeface="PT Sans Narrow"/>
                <a:ea typeface="PT Sans Narrow"/>
                <a:cs typeface="PT Sans Narrow"/>
              </a:defRPr>
            </a:lvl1pPr>
            <a:lvl2pPr>
              <a:defRPr sz="1050" b="0">
                <a:solidFill>
                  <a:srgbClr val="202124"/>
                </a:solidFill>
                <a:latin typeface="PT Sans Narrow"/>
                <a:ea typeface="PT Sans Narrow"/>
                <a:cs typeface="PT Sans Narrow"/>
              </a:defRPr>
            </a:lvl2pPr>
            <a:lvl3pPr>
              <a:defRPr sz="1050" b="0">
                <a:solidFill>
                  <a:srgbClr val="202124"/>
                </a:solidFill>
                <a:latin typeface="PT Sans Narrow"/>
                <a:ea typeface="PT Sans Narrow"/>
                <a:cs typeface="PT Sans Narrow"/>
              </a:defRPr>
            </a:lvl3pPr>
            <a:lvl4pPr>
              <a:defRPr sz="1050" b="0">
                <a:solidFill>
                  <a:srgbClr val="202124"/>
                </a:solidFill>
                <a:latin typeface="PT Sans Narrow"/>
                <a:ea typeface="PT Sans Narrow"/>
                <a:cs typeface="PT Sans Narrow"/>
              </a:defRPr>
            </a:lvl4pPr>
            <a:lvl5pPr>
              <a:defRPr sz="1050" b="0">
                <a:solidFill>
                  <a:srgbClr val="202124"/>
                </a:solidFill>
                <a:latin typeface="PT Sans Narrow"/>
                <a:ea typeface="PT Sans Narrow"/>
                <a:cs typeface="PT Sans Narrow"/>
              </a:defRPr>
            </a:lvl5pPr>
            <a:lvl6pPr>
              <a:defRPr sz="1050" b="0">
                <a:solidFill>
                  <a:srgbClr val="202124"/>
                </a:solidFill>
                <a:latin typeface="PT Sans Narrow"/>
                <a:ea typeface="PT Sans Narrow"/>
                <a:cs typeface="PT Sans Narrow"/>
              </a:defRPr>
            </a:lvl6pPr>
            <a:lvl7pPr>
              <a:defRPr sz="1050" b="0">
                <a:solidFill>
                  <a:srgbClr val="202124"/>
                </a:solidFill>
                <a:latin typeface="PT Sans Narrow"/>
                <a:ea typeface="PT Sans Narrow"/>
                <a:cs typeface="PT Sans Narrow"/>
              </a:defRPr>
            </a:lvl7pPr>
            <a:lvl8pPr>
              <a:defRPr sz="1050" b="0">
                <a:solidFill>
                  <a:srgbClr val="202124"/>
                </a:solidFill>
                <a:latin typeface="PT Sans Narrow"/>
                <a:ea typeface="PT Sans Narrow"/>
                <a:cs typeface="PT Sans Narrow"/>
              </a:defRPr>
            </a:lvl8pPr>
            <a:lvl9pPr>
              <a:defRPr sz="1050" b="0">
                <a:solidFill>
                  <a:srgbClr val="202124"/>
                </a:solidFill>
                <a:latin typeface="PT Sans Narrow"/>
                <a:ea typeface="PT Sans Narrow"/>
                <a:cs typeface="PT Sans Narrow"/>
              </a:defRPr>
            </a:lvl9pPr>
          </a:lstStyle>
          <a:p xmlns:a="http://schemas.openxmlformats.org/drawingml/2006/main">
            <a:pPr marL="0" lvl="0" indent="0" algn="ctr">
              <a:lnSpc>
                <a:spcPct val="115000"/>
              </a:lnSpc>
              <a:spcBef>
                <a:spcPts val="0"/>
              </a:spcBef>
              <a:spcAft>
                <a:spcPts val="1200"/>
              </a:spcAft>
              <a:buNone/>
              <a:defRPr sz="1050" b="0">
                <a:solidFill>
                  <a:srgbClr val="202124"/>
                </a:solidFill>
                <a:latin typeface="PT Sans Narrow"/>
                <a:ea typeface="PT Sans Narrow"/>
                <a:cs typeface="PT Sans Narrow"/>
              </a:defRPr>
            </a:pPr>
            <a:r>
              <a:rPr sz="1050" b="0">
                <a:solidFill>
                  <a:srgbClr val="202124"/>
                </a:solidFill>
                <a:latin typeface="PT Sans Narrow"/>
                <a:ea typeface="PT Sans Narrow"/>
                <a:cs typeface="PT Sans Narrow"/>
              </a:rPr>
              <a:t>Category analysis by Marco Cruz · Executive summary 1 of 5</a:t>
            </a:r>
            <a:endParaRPr sz="1200">
              <a:solidFill>
                <a:srgbClr val="000000"/>
              </a:solidFill>
              <a:latin typeface="PT Sans Narrow"/>
              <a:ea typeface="PT Sans Narrow"/>
              <a:cs typeface="PT Sans Narrow"/>
            </a:endParaRPr>
          </a:p>
        </p:txBody>
      </p:sp>
      <p:sp>
        <p:nvSpPr>
          <p:cNvPr id="189" name="Google Shape;189;p8">
            <a:extLst xmlns:a="http://schemas.openxmlformats.org/drawingml/2006/main">
              <a:ext uri="{FF2B5EF4-FFF2-40B4-BE49-F238E27FC236}">
                <a16:creationId xmlns:a16="http://schemas.microsoft.com/office/drawing/2014/main" id="{5CF8A6C7-53B8-4537-9825-894434CDEAA2}"/>
              </a:ext>
            </a:extLst>
          </p:cNvPr>
          <p:cNvSpPr>
            <a:spLocks xmlns:a="http://schemas.openxmlformats.org/drawingml/2006/main" noGrp="1"/>
          </p:cNvSpPr>
          <p:nvPr/>
        </p:nvSpPr>
        <p:spPr>
          <a:xfrm xmlns:a="http://schemas.openxmlformats.org/drawingml/2006/main">
            <a:off x="2169275" y="1437300"/>
            <a:ext cx="5449500" cy="12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100" b="0">
                <a:solidFill>
                  <a:srgbClr val="202124"/>
                </a:solidFill>
                <a:latin typeface="Google Sans"/>
                <a:ea typeface="Google Sans"/>
                <a:cs typeface="Google Sans"/>
              </a:defRPr>
            </a:defPPr>
            <a:lvl1pPr>
              <a:defRPr sz="1100" b="0">
                <a:solidFill>
                  <a:srgbClr val="202124"/>
                </a:solidFill>
                <a:latin typeface="Google Sans"/>
                <a:ea typeface="Google Sans"/>
                <a:cs typeface="Google Sans"/>
              </a:defRPr>
            </a:lvl1pPr>
            <a:lvl2pPr>
              <a:defRPr sz="1100" b="0">
                <a:solidFill>
                  <a:srgbClr val="202124"/>
                </a:solidFill>
                <a:latin typeface="Google Sans"/>
                <a:ea typeface="Google Sans"/>
                <a:cs typeface="Google Sans"/>
              </a:defRPr>
            </a:lvl2pPr>
            <a:lvl3pPr>
              <a:defRPr sz="1100" b="0">
                <a:solidFill>
                  <a:srgbClr val="202124"/>
                </a:solidFill>
                <a:latin typeface="Google Sans"/>
                <a:ea typeface="Google Sans"/>
                <a:cs typeface="Google Sans"/>
              </a:defRPr>
            </a:lvl3pPr>
            <a:lvl4pPr>
              <a:defRPr sz="1100" b="0">
                <a:solidFill>
                  <a:srgbClr val="202124"/>
                </a:solidFill>
                <a:latin typeface="Google Sans"/>
                <a:ea typeface="Google Sans"/>
                <a:cs typeface="Google Sans"/>
              </a:defRPr>
            </a:lvl4pPr>
            <a:lvl5pPr>
              <a:defRPr sz="1100" b="0">
                <a:solidFill>
                  <a:srgbClr val="202124"/>
                </a:solidFill>
                <a:latin typeface="Google Sans"/>
                <a:ea typeface="Google Sans"/>
                <a:cs typeface="Google Sans"/>
              </a:defRPr>
            </a:lvl5pPr>
            <a:lvl6pPr>
              <a:defRPr sz="1100" b="0">
                <a:solidFill>
                  <a:srgbClr val="202124"/>
                </a:solidFill>
                <a:latin typeface="Google Sans"/>
                <a:ea typeface="Google Sans"/>
                <a:cs typeface="Google Sans"/>
              </a:defRPr>
            </a:lvl6pPr>
            <a:lvl7pPr>
              <a:defRPr sz="1100" b="0">
                <a:solidFill>
                  <a:srgbClr val="202124"/>
                </a:solidFill>
                <a:latin typeface="Google Sans"/>
                <a:ea typeface="Google Sans"/>
                <a:cs typeface="Google Sans"/>
              </a:defRPr>
            </a:lvl7pPr>
            <a:lvl8pPr>
              <a:defRPr sz="1100" b="0">
                <a:solidFill>
                  <a:srgbClr val="202124"/>
                </a:solidFill>
                <a:latin typeface="Google Sans"/>
                <a:ea typeface="Google Sans"/>
                <a:cs typeface="Google Sans"/>
              </a:defRPr>
            </a:lvl8pPr>
            <a:lvl9pPr>
              <a:defRPr sz="1100" b="0">
                <a:solidFill>
                  <a:srgbClr val="202124"/>
                </a:solidFill>
                <a:latin typeface="Google Sans"/>
                <a:ea typeface="Google Sans"/>
                <a:cs typeface="Google Sans"/>
              </a:defRPr>
            </a:lvl9pPr>
          </a:lstStyle>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rgbClr val="FFFFFF"/>
                </a:highlight>
                <a:latin typeface="Google Sans"/>
                <a:ea typeface="Google Sans"/>
                <a:cs typeface="Google Sans"/>
              </a:rPr>
              <a:t>Among 343 categorized Shorts, Liver &amp; Gallbladder Health leads with a median of 347,597 lifetime views across nine videos. Kidney &amp; Urinary Health follows at 279,013 across 17 videos, then Heart &amp; Circulation at 246,630 across ten.</a:t>
            </a:r>
            <a:endParaRPr sz="1100">
              <a:solidFill>
                <a:schemeClr val="dk1"/>
              </a:solidFill>
              <a:latin typeface="Google Sans"/>
              <a:ea typeface="Google Sans"/>
              <a:cs typeface="Google Sans"/>
            </a:endParaRPr>
          </a:p>
        </p:txBody>
      </p:sp>
      <p:sp>
        <p:nvSpPr>
          <p:cNvPr id="191" name="Google Shape;191;p8">
            <a:extLst xmlns:a="http://schemas.openxmlformats.org/drawingml/2006/main">
              <a:ext uri="{FF2B5EF4-FFF2-40B4-BE49-F238E27FC236}">
                <a16:creationId xmlns:a16="http://schemas.microsoft.com/office/drawing/2014/main" id="{E2B07DF2-9EE8-49FF-B9D6-B6187B026BEB}"/>
              </a:ext>
            </a:extLst>
          </p:cNvPr>
          <p:cNvSpPr>
            <a:spLocks xmlns:a="http://schemas.openxmlformats.org/drawingml/2006/main" noGrp="1"/>
          </p:cNvSpPr>
          <p:nvPr/>
        </p:nvSpPr>
        <p:spPr>
          <a:xfrm xmlns:a="http://schemas.openxmlformats.org/drawingml/2006/main">
            <a:off x="2169275" y="2430200"/>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100" b="0">
                <a:solidFill>
                  <a:srgbClr val="202124"/>
                </a:solidFill>
                <a:latin typeface="Google Sans"/>
                <a:ea typeface="Google Sans"/>
                <a:cs typeface="Google Sans"/>
              </a:defRPr>
            </a:defPPr>
            <a:lvl1pPr>
              <a:defRPr sz="1100" b="0">
                <a:solidFill>
                  <a:srgbClr val="202124"/>
                </a:solidFill>
                <a:latin typeface="Google Sans"/>
                <a:ea typeface="Google Sans"/>
                <a:cs typeface="Google Sans"/>
              </a:defRPr>
            </a:lvl1pPr>
            <a:lvl2pPr>
              <a:defRPr sz="1100" b="0">
                <a:solidFill>
                  <a:srgbClr val="202124"/>
                </a:solidFill>
                <a:latin typeface="Google Sans"/>
                <a:ea typeface="Google Sans"/>
                <a:cs typeface="Google Sans"/>
              </a:defRPr>
            </a:lvl2pPr>
            <a:lvl3pPr>
              <a:defRPr sz="1100" b="0">
                <a:solidFill>
                  <a:srgbClr val="202124"/>
                </a:solidFill>
                <a:latin typeface="Google Sans"/>
                <a:ea typeface="Google Sans"/>
                <a:cs typeface="Google Sans"/>
              </a:defRPr>
            </a:lvl3pPr>
            <a:lvl4pPr>
              <a:defRPr sz="1100" b="0">
                <a:solidFill>
                  <a:srgbClr val="202124"/>
                </a:solidFill>
                <a:latin typeface="Google Sans"/>
                <a:ea typeface="Google Sans"/>
                <a:cs typeface="Google Sans"/>
              </a:defRPr>
            </a:lvl4pPr>
            <a:lvl5pPr>
              <a:defRPr sz="1100" b="0">
                <a:solidFill>
                  <a:srgbClr val="202124"/>
                </a:solidFill>
                <a:latin typeface="Google Sans"/>
                <a:ea typeface="Google Sans"/>
                <a:cs typeface="Google Sans"/>
              </a:defRPr>
            </a:lvl5pPr>
            <a:lvl6pPr>
              <a:defRPr sz="1100" b="0">
                <a:solidFill>
                  <a:srgbClr val="202124"/>
                </a:solidFill>
                <a:latin typeface="Google Sans"/>
                <a:ea typeface="Google Sans"/>
                <a:cs typeface="Google Sans"/>
              </a:defRPr>
            </a:lvl6pPr>
            <a:lvl7pPr>
              <a:defRPr sz="1100" b="0">
                <a:solidFill>
                  <a:srgbClr val="202124"/>
                </a:solidFill>
                <a:latin typeface="Google Sans"/>
                <a:ea typeface="Google Sans"/>
                <a:cs typeface="Google Sans"/>
              </a:defRPr>
            </a:lvl7pPr>
            <a:lvl8pPr>
              <a:defRPr sz="1100" b="0">
                <a:solidFill>
                  <a:srgbClr val="202124"/>
                </a:solidFill>
                <a:latin typeface="Google Sans"/>
                <a:ea typeface="Google Sans"/>
                <a:cs typeface="Google Sans"/>
              </a:defRPr>
            </a:lvl8pPr>
            <a:lvl9pPr>
              <a:defRPr sz="1100" b="0">
                <a:solidFill>
                  <a:srgbClr val="202124"/>
                </a:solidFill>
                <a:latin typeface="Google Sans"/>
                <a:ea typeface="Google Sans"/>
                <a:cs typeface="Google Sans"/>
              </a:defRPr>
            </a:lvl9pPr>
          </a:lstStyle>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Category sizes vary substantially. Food, Herbs &amp; Supplements contains 112 videos and has a median of 238,852 views. Total views alone would mix publishing volume with typical video performance. Publication age also differs across categories.</a:t>
            </a:r>
            <a:endParaRPr sz="1100">
              <a:latin typeface="Google Sans"/>
              <a:ea typeface="Google Sans"/>
              <a:cs typeface="Google Sans"/>
            </a:endParaRPr>
          </a:p>
        </p:txBody>
      </p:sp>
      <p:sp>
        <p:nvSpPr>
          <p:cNvPr id="192" name="Google Shape;192;p8">
            <a:extLst xmlns:a="http://schemas.openxmlformats.org/drawingml/2006/main">
              <a:ext uri="{FF2B5EF4-FFF2-40B4-BE49-F238E27FC236}">
                <a16:creationId xmlns:a16="http://schemas.microsoft.com/office/drawing/2014/main" id="{60C9E930-6147-4CFD-9E7D-4C8B3480BC35}"/>
              </a:ext>
            </a:extLst>
          </p:cNvPr>
          <p:cNvSpPr>
            <a:spLocks xmlns:a="http://schemas.openxmlformats.org/drawingml/2006/main" noGrp="1"/>
          </p:cNvSpPr>
          <p:nvPr/>
        </p:nvSpPr>
        <p:spPr>
          <a:xfrm xmlns:a="http://schemas.openxmlformats.org/drawingml/2006/main">
            <a:off x="2169275" y="3433925"/>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100" b="0">
                <a:solidFill>
                  <a:srgbClr val="202124"/>
                </a:solidFill>
                <a:latin typeface="Google Sans"/>
                <a:ea typeface="Google Sans"/>
                <a:cs typeface="Google Sans"/>
              </a:defRPr>
            </a:defPPr>
            <a:lvl1pPr>
              <a:defRPr sz="1100" b="0">
                <a:solidFill>
                  <a:srgbClr val="202124"/>
                </a:solidFill>
                <a:latin typeface="Google Sans"/>
                <a:ea typeface="Google Sans"/>
                <a:cs typeface="Google Sans"/>
              </a:defRPr>
            </a:lvl1pPr>
            <a:lvl2pPr>
              <a:defRPr sz="1100" b="0">
                <a:solidFill>
                  <a:srgbClr val="202124"/>
                </a:solidFill>
                <a:latin typeface="Google Sans"/>
                <a:ea typeface="Google Sans"/>
                <a:cs typeface="Google Sans"/>
              </a:defRPr>
            </a:lvl2pPr>
            <a:lvl3pPr>
              <a:defRPr sz="1100" b="0">
                <a:solidFill>
                  <a:srgbClr val="202124"/>
                </a:solidFill>
                <a:latin typeface="Google Sans"/>
                <a:ea typeface="Google Sans"/>
                <a:cs typeface="Google Sans"/>
              </a:defRPr>
            </a:lvl3pPr>
            <a:lvl4pPr>
              <a:defRPr sz="1100" b="0">
                <a:solidFill>
                  <a:srgbClr val="202124"/>
                </a:solidFill>
                <a:latin typeface="Google Sans"/>
                <a:ea typeface="Google Sans"/>
                <a:cs typeface="Google Sans"/>
              </a:defRPr>
            </a:lvl4pPr>
            <a:lvl5pPr>
              <a:defRPr sz="1100" b="0">
                <a:solidFill>
                  <a:srgbClr val="202124"/>
                </a:solidFill>
                <a:latin typeface="Google Sans"/>
                <a:ea typeface="Google Sans"/>
                <a:cs typeface="Google Sans"/>
              </a:defRPr>
            </a:lvl5pPr>
            <a:lvl6pPr>
              <a:defRPr sz="1100" b="0">
                <a:solidFill>
                  <a:srgbClr val="202124"/>
                </a:solidFill>
                <a:latin typeface="Google Sans"/>
                <a:ea typeface="Google Sans"/>
                <a:cs typeface="Google Sans"/>
              </a:defRPr>
            </a:lvl6pPr>
            <a:lvl7pPr>
              <a:defRPr sz="1100" b="0">
                <a:solidFill>
                  <a:srgbClr val="202124"/>
                </a:solidFill>
                <a:latin typeface="Google Sans"/>
                <a:ea typeface="Google Sans"/>
                <a:cs typeface="Google Sans"/>
              </a:defRPr>
            </a:lvl7pPr>
            <a:lvl8pPr>
              <a:defRPr sz="1100" b="0">
                <a:solidFill>
                  <a:srgbClr val="202124"/>
                </a:solidFill>
                <a:latin typeface="Google Sans"/>
                <a:ea typeface="Google Sans"/>
                <a:cs typeface="Google Sans"/>
              </a:defRPr>
            </a:lvl8pPr>
            <a:lvl9pPr>
              <a:defRPr sz="1100" b="0">
                <a:solidFill>
                  <a:srgbClr val="202124"/>
                </a:solidFill>
                <a:latin typeface="Google Sans"/>
                <a:ea typeface="Google Sans"/>
                <a:cs typeface="Google Sans"/>
              </a:defRPr>
            </a:lvl9pPr>
          </a:lstStyle>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chemeClr val="lt1"/>
                </a:highlight>
                <a:latin typeface="Google Sans"/>
                <a:ea typeface="Google Sans"/>
                <a:cs typeface="Google Sans"/>
              </a:rPr>
              <a:t>Use median views together with the video count. Categories combine 289 title-based proposals and 54 assignments from supplied summaries. Three unresolved videos remain in the master dataset but are excluded here. These labels describe content topics, not verified medical claims.</a:t>
            </a:r>
            <a:endParaRPr sz="1100">
              <a:latin typeface="Google Sans"/>
              <a:ea typeface="Google Sans"/>
              <a:cs typeface="Google Sans"/>
            </a:endParaRPr>
          </a:p>
        </p:txBody>
      </p:sp>
      <p:sp>
        <p:nvSpPr>
          <p:cNvPr id="194" name="Google Shape;194;p8">
            <a:extLst xmlns:a="http://schemas.openxmlformats.org/drawingml/2006/main">
              <a:ext uri="{FF2B5EF4-FFF2-40B4-BE49-F238E27FC236}">
                <a16:creationId xmlns:a16="http://schemas.microsoft.com/office/drawing/2014/main" id="{FC62CC95-EBB4-49DB-8D5B-675C743F079D}"/>
              </a:ext>
            </a:extLst>
          </p:cNvPr>
          <p:cNvSpPr>
            <a:spLocks xmlns:a="http://schemas.openxmlformats.org/drawingml/2006/main" noGrp="1"/>
          </p:cNvSpPr>
          <p:nvPr/>
        </p:nvSpPr>
        <p:spPr>
          <a:xfrm xmlns:a="http://schemas.openxmlformats.org/drawingml/2006/main">
            <a:off x="335300" y="7045400"/>
            <a:ext cx="39690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t/>
            </a:r>
            <a:endParaRPr sz="1200">
              <a:latin typeface="Google Sans"/>
              <a:ea typeface="Google Sans"/>
              <a:cs typeface="Google Sans"/>
            </a:endParaRPr>
          </a:p>
        </p:txBody>
      </p:sp>
      <p:sp>
        <p:nvSpPr>
          <p:cNvPr id="195" name="Google Shape;195;p8">
            <a:extLst xmlns:a="http://schemas.openxmlformats.org/drawingml/2006/main">
              <a:ext uri="{FF2B5EF4-FFF2-40B4-BE49-F238E27FC236}">
                <a16:creationId xmlns:a16="http://schemas.microsoft.com/office/drawing/2014/main" id="{69AF36A7-FC8B-45FB-BB5E-2D5966AEE905}"/>
              </a:ext>
            </a:extLst>
          </p:cNvPr>
          <p:cNvSpPr>
            <a:spLocks xmlns:a="http://schemas.openxmlformats.org/drawingml/2006/main" noGrp="1"/>
          </p:cNvSpPr>
          <p:nvPr/>
        </p:nvSpPr>
        <p:spPr>
          <a:xfrm xmlns:a="http://schemas.openxmlformats.org/drawingml/2006/main">
            <a:off x="335300" y="8530900"/>
            <a:ext cx="6999600" cy="82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100" b="0">
                <a:solidFill>
                  <a:srgbClr val="202124"/>
                </a:solidFill>
                <a:latin typeface="Google Sans"/>
                <a:ea typeface="Google Sans"/>
                <a:cs typeface="Google Sans"/>
              </a:defRPr>
            </a:defPPr>
            <a:lvl1pPr>
              <a:defRPr sz="1100" b="0">
                <a:solidFill>
                  <a:srgbClr val="202124"/>
                </a:solidFill>
                <a:latin typeface="Google Sans"/>
                <a:ea typeface="Google Sans"/>
                <a:cs typeface="Google Sans"/>
              </a:defRPr>
            </a:lvl1pPr>
            <a:lvl2pPr>
              <a:defRPr sz="1100" b="0">
                <a:solidFill>
                  <a:srgbClr val="202124"/>
                </a:solidFill>
                <a:latin typeface="Google Sans"/>
                <a:ea typeface="Google Sans"/>
                <a:cs typeface="Google Sans"/>
              </a:defRPr>
            </a:lvl2pPr>
            <a:lvl3pPr>
              <a:defRPr sz="1100" b="0">
                <a:solidFill>
                  <a:srgbClr val="202124"/>
                </a:solidFill>
                <a:latin typeface="Google Sans"/>
                <a:ea typeface="Google Sans"/>
                <a:cs typeface="Google Sans"/>
              </a:defRPr>
            </a:lvl3pPr>
            <a:lvl4pPr>
              <a:defRPr sz="1100" b="0">
                <a:solidFill>
                  <a:srgbClr val="202124"/>
                </a:solidFill>
                <a:latin typeface="Google Sans"/>
                <a:ea typeface="Google Sans"/>
                <a:cs typeface="Google Sans"/>
              </a:defRPr>
            </a:lvl4pPr>
            <a:lvl5pPr>
              <a:defRPr sz="1100" b="0">
                <a:solidFill>
                  <a:srgbClr val="202124"/>
                </a:solidFill>
                <a:latin typeface="Google Sans"/>
                <a:ea typeface="Google Sans"/>
                <a:cs typeface="Google Sans"/>
              </a:defRPr>
            </a:lvl5pPr>
            <a:lvl6pPr>
              <a:defRPr sz="1100" b="0">
                <a:solidFill>
                  <a:srgbClr val="202124"/>
                </a:solidFill>
                <a:latin typeface="Google Sans"/>
                <a:ea typeface="Google Sans"/>
                <a:cs typeface="Google Sans"/>
              </a:defRPr>
            </a:lvl6pPr>
            <a:lvl7pPr>
              <a:defRPr sz="1100" b="0">
                <a:solidFill>
                  <a:srgbClr val="202124"/>
                </a:solidFill>
                <a:latin typeface="Google Sans"/>
                <a:ea typeface="Google Sans"/>
                <a:cs typeface="Google Sans"/>
              </a:defRPr>
            </a:lvl7pPr>
            <a:lvl8pPr>
              <a:defRPr sz="1100" b="0">
                <a:solidFill>
                  <a:srgbClr val="202124"/>
                </a:solidFill>
                <a:latin typeface="Google Sans"/>
                <a:ea typeface="Google Sans"/>
                <a:cs typeface="Google Sans"/>
              </a:defRPr>
            </a:lvl8pPr>
            <a:lvl9pPr>
              <a:defRPr sz="1100" b="0">
                <a:solidFill>
                  <a:srgbClr val="202124"/>
                </a:solidFill>
                <a:latin typeface="Google Sans"/>
                <a:ea typeface="Google Sans"/>
                <a:cs typeface="Google Sans"/>
              </a:defRPr>
            </a:lvl9pPr>
          </a:lstStyle>
          <a:p xmlns:a="http://schemas.openxmlformats.org/drawingml/2006/main">
            <a:pPr marL="457200" lvl="0" indent="-298450" algn="l">
              <a:spcBef>
                <a:spcPts val="0"/>
              </a:spcBef>
              <a:spcAft>
                <a:spcPts val="0"/>
              </a:spcAft>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Use the leading categories to select comparable topics for content tests. Review classifications before major editorial decisions, and evaluate new videos after the same number of days. Category membership alone does not establish a cause of higher reach.</a:t>
            </a:r>
            <a:endParaRPr sz="1100" b="1">
              <a:latin typeface="Google Sans"/>
              <a:ea typeface="Google Sans"/>
              <a:cs typeface="Google Sans"/>
            </a:endParaRPr>
          </a:p>
        </p:txBody>
      </p:sp>
      <p:sp>
        <p:nvSpPr>
          <p:cNvPr id="196" name="Google Shape;196;p8">
            <a:extLst xmlns:a="http://schemas.openxmlformats.org/drawingml/2006/main">
              <a:ext uri="{FF2B5EF4-FFF2-40B4-BE49-F238E27FC236}">
                <a16:creationId xmlns:a16="http://schemas.microsoft.com/office/drawing/2014/main" id="{B3256E46-8520-45AC-9097-71C7511E4729}"/>
              </a:ext>
            </a:extLst>
          </p:cNvPr>
          <p:cNvSpPr>
            <a:spLocks xmlns:a="http://schemas.openxmlformats.org/drawingml/2006/main" noGrp="1"/>
          </p:cNvSpPr>
          <p:nvPr/>
        </p:nvSpPr>
        <p:spPr>
          <a:xfrm xmlns:a="http://schemas.openxmlformats.org/drawingml/2006/main">
            <a:off x="4554000" y="4662075"/>
            <a:ext cx="2504100" cy="64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SzPts val="358"/>
              <a:buNone/>
            </a:pPr>
            <a:r>
              <a:t/>
            </a:r>
            <a:endParaRPr sz="657" i="1">
              <a:solidFill>
                <a:srgbClr val="000000"/>
              </a:solidFill>
              <a:latin typeface="Lato"/>
              <a:ea typeface="Lato"/>
              <a:cs typeface="Lato"/>
            </a:endParaRPr>
          </a:p>
        </p:txBody>
      </p:sp>
      <p:pic>
        <p:nvPicPr>
          <p:cNvPr id="197" name="">
            <a:extLst xmlns:a="http://schemas.openxmlformats.org/drawingml/2006/main">
              <a:ext uri="{FF2B5EF4-FFF2-40B4-BE49-F238E27FC236}">
                <a16:creationId xmlns:a16="http://schemas.microsoft.com/office/drawing/2014/main" id="{500CC0DB-CE1D-4A9E-AD11-55CA0EB32661}"/>
              </a:ext>
            </a:extLst>
          </p:cNvPr>
          <p:cNvPicPr>
            <a:picLocks xmlns:a="http://schemas.openxmlformats.org/drawingml/2006/main" noChangeAspect="1"/>
          </p:cNvPicPr>
          <p:nvPr/>
        </p:nvPicPr>
        <p:blipFill>
          <a:blip xmlns:r="http://schemas.openxmlformats.org/officeDocument/2006/relationships" xmlns:a="http://schemas.openxmlformats.org/drawingml/2006/main" r:embed="R315d3bcbea8d4a22"/>
          <a:stretch xmlns:a="http://schemas.openxmlformats.org/drawingml/2006/main"/>
        </p:blipFill>
        <p:spPr>
          <a:xfrm xmlns:a="http://schemas.openxmlformats.org/drawingml/2006/main">
            <a:off x="1778348" y="5048250"/>
            <a:ext cx="4215704" cy="3143250"/>
          </a:xfrm>
          <a:prstGeom xmlns:a="http://schemas.openxmlformats.org/drawingml/2006/main" prst="rect">
            <a:avLst/>
          </a:prstGeom>
        </p:spPr>
      </p:pic>
    </p:spTree>
    <p:extLst>
      <p:ext uri="{BB962C8B-B14F-4D97-AF65-F5344CB8AC3E}">
        <p14:creationId xmlns:p14="http://schemas.microsoft.com/office/powerpoint/2010/main" val="178595338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87" name="Google Shape;187;p8">
            <a:extLst xmlns:a="http://schemas.openxmlformats.org/drawingml/2006/main">
              <a:ext uri="{FF2B5EF4-FFF2-40B4-BE49-F238E27FC236}">
                <a16:creationId xmlns:a16="http://schemas.microsoft.com/office/drawing/2014/main" id="{01B5B5CF-B7BF-416D-8B3A-4BA57390D468}"/>
              </a:ext>
            </a:extLst>
          </p:cNvPr>
          <p:cNvSpPr>
            <a:spLocks xmlns:a="http://schemas.openxmlformats.org/drawingml/2006/main" noGrp="1"/>
          </p:cNvSpPr>
          <p:nvPr/>
        </p:nvSpPr>
        <p:spPr>
          <a:xfrm xmlns:a="http://schemas.openxmlformats.org/drawingml/2006/main">
            <a:off x="159875" y="441000"/>
            <a:ext cx="7458900" cy="4217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725" b="1">
                <a:solidFill>
                  <a:srgbClr val="202124"/>
                </a:solidFill>
                <a:latin typeface="Google Sans"/>
                <a:ea typeface="Google Sans"/>
                <a:cs typeface="Google Sans"/>
              </a:defRPr>
            </a:defPPr>
            <a:lvl1pPr>
              <a:defRPr sz="1725" b="1">
                <a:solidFill>
                  <a:srgbClr val="202124"/>
                </a:solidFill>
                <a:latin typeface="Google Sans"/>
                <a:ea typeface="Google Sans"/>
                <a:cs typeface="Google Sans"/>
              </a:defRPr>
            </a:lvl1pPr>
            <a:lvl2pPr>
              <a:defRPr sz="1725" b="1">
                <a:solidFill>
                  <a:srgbClr val="202124"/>
                </a:solidFill>
                <a:latin typeface="Google Sans"/>
                <a:ea typeface="Google Sans"/>
                <a:cs typeface="Google Sans"/>
              </a:defRPr>
            </a:lvl2pPr>
            <a:lvl3pPr>
              <a:defRPr sz="1725" b="1">
                <a:solidFill>
                  <a:srgbClr val="202124"/>
                </a:solidFill>
                <a:latin typeface="Google Sans"/>
                <a:ea typeface="Google Sans"/>
                <a:cs typeface="Google Sans"/>
              </a:defRPr>
            </a:lvl3pPr>
            <a:lvl4pPr>
              <a:defRPr sz="1725" b="1">
                <a:solidFill>
                  <a:srgbClr val="202124"/>
                </a:solidFill>
                <a:latin typeface="Google Sans"/>
                <a:ea typeface="Google Sans"/>
                <a:cs typeface="Google Sans"/>
              </a:defRPr>
            </a:lvl4pPr>
            <a:lvl5pPr>
              <a:defRPr sz="1725" b="1">
                <a:solidFill>
                  <a:srgbClr val="202124"/>
                </a:solidFill>
                <a:latin typeface="Google Sans"/>
                <a:ea typeface="Google Sans"/>
                <a:cs typeface="Google Sans"/>
              </a:defRPr>
            </a:lvl5pPr>
            <a:lvl6pPr>
              <a:defRPr sz="1725" b="1">
                <a:solidFill>
                  <a:srgbClr val="202124"/>
                </a:solidFill>
                <a:latin typeface="Google Sans"/>
                <a:ea typeface="Google Sans"/>
                <a:cs typeface="Google Sans"/>
              </a:defRPr>
            </a:lvl6pPr>
            <a:lvl7pPr>
              <a:defRPr sz="1725" b="1">
                <a:solidFill>
                  <a:srgbClr val="202124"/>
                </a:solidFill>
                <a:latin typeface="Google Sans"/>
                <a:ea typeface="Google Sans"/>
                <a:cs typeface="Google Sans"/>
              </a:defRPr>
            </a:lvl7pPr>
            <a:lvl8pPr>
              <a:defRPr sz="1725" b="1">
                <a:solidFill>
                  <a:srgbClr val="202124"/>
                </a:solidFill>
                <a:latin typeface="Google Sans"/>
                <a:ea typeface="Google Sans"/>
                <a:cs typeface="Google Sans"/>
              </a:defRPr>
            </a:lvl8pPr>
            <a:lvl9pPr>
              <a:defRPr sz="1725" b="1">
                <a:solidFill>
                  <a:srgbClr val="202124"/>
                </a:solidFill>
                <a:latin typeface="Google Sans"/>
                <a:ea typeface="Google Sans"/>
                <a:cs typeface="Google Sans"/>
              </a:defRPr>
            </a:lvl9pPr>
          </a:lstStyle>
          <a:p xmlns:a="http://schemas.openxmlformats.org/drawingml/2006/main">
            <a:pPr marL="0" lvl="0" indent="0" algn="ctr">
              <a:lnSpc>
                <a:spcPct val="95000"/>
              </a:lnSpc>
              <a:spcBef>
                <a:spcPts val="0"/>
              </a:spcBef>
              <a:spcAft>
                <a:spcPts val="0"/>
              </a:spcAft>
              <a:buClr>
                <a:schemeClr val="dk1"/>
              </a:buClr>
              <a:buSzPts val="1100"/>
              <a:buFont typeface="Arial"/>
              <a:buNone/>
              <a:defRPr sz="1725" b="1">
                <a:solidFill>
                  <a:srgbClr val="202124"/>
                </a:solidFill>
                <a:latin typeface="Google Sans"/>
                <a:ea typeface="Google Sans"/>
                <a:cs typeface="Google Sans"/>
              </a:defRPr>
            </a:pPr>
            <a:r>
              <a:rPr sz="1725" b="1">
                <a:solidFill>
                  <a:srgbClr val="202124"/>
                </a:solidFill>
                <a:latin typeface="Google Sans"/>
                <a:ea typeface="Google Sans"/>
                <a:cs typeface="Google Sans"/>
              </a:rPr>
              <a:t>2026 Category Performance</a:t>
            </a:r>
            <a:endParaRPr sz="2100" b="1">
              <a:latin typeface="Google Sans"/>
              <a:ea typeface="Google Sans"/>
              <a:cs typeface="Google Sans"/>
            </a:endParaRPr>
          </a:p>
        </p:txBody>
      </p:sp>
      <p:sp>
        <p:nvSpPr>
          <p:cNvPr id="188" name="Google Shape;188;p8">
            <a:extLst xmlns:a="http://schemas.openxmlformats.org/drawingml/2006/main">
              <a:ext uri="{FF2B5EF4-FFF2-40B4-BE49-F238E27FC236}">
                <a16:creationId xmlns:a16="http://schemas.microsoft.com/office/drawing/2014/main" id="{1C4B4964-177A-4BBB-B918-A8DFFBD302FA}"/>
              </a:ext>
            </a:extLst>
          </p:cNvPr>
          <p:cNvSpPr>
            <a:spLocks xmlns:a="http://schemas.openxmlformats.org/drawingml/2006/main" noGrp="1"/>
          </p:cNvSpPr>
          <p:nvPr/>
        </p:nvSpPr>
        <p:spPr>
          <a:xfrm xmlns:a="http://schemas.openxmlformats.org/drawingml/2006/main">
            <a:off x="1763100" y="948050"/>
            <a:ext cx="4246200" cy="7558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050" b="0">
                <a:solidFill>
                  <a:srgbClr val="202124"/>
                </a:solidFill>
                <a:latin typeface="PT Sans Narrow"/>
                <a:ea typeface="PT Sans Narrow"/>
                <a:cs typeface="PT Sans Narrow"/>
              </a:defRPr>
            </a:defPPr>
            <a:lvl1pPr>
              <a:defRPr sz="1050" b="0">
                <a:solidFill>
                  <a:srgbClr val="202124"/>
                </a:solidFill>
                <a:latin typeface="PT Sans Narrow"/>
                <a:ea typeface="PT Sans Narrow"/>
                <a:cs typeface="PT Sans Narrow"/>
              </a:defRPr>
            </a:lvl1pPr>
            <a:lvl2pPr>
              <a:defRPr sz="1050" b="0">
                <a:solidFill>
                  <a:srgbClr val="202124"/>
                </a:solidFill>
                <a:latin typeface="PT Sans Narrow"/>
                <a:ea typeface="PT Sans Narrow"/>
                <a:cs typeface="PT Sans Narrow"/>
              </a:defRPr>
            </a:lvl2pPr>
            <a:lvl3pPr>
              <a:defRPr sz="1050" b="0">
                <a:solidFill>
                  <a:srgbClr val="202124"/>
                </a:solidFill>
                <a:latin typeface="PT Sans Narrow"/>
                <a:ea typeface="PT Sans Narrow"/>
                <a:cs typeface="PT Sans Narrow"/>
              </a:defRPr>
            </a:lvl3pPr>
            <a:lvl4pPr>
              <a:defRPr sz="1050" b="0">
                <a:solidFill>
                  <a:srgbClr val="202124"/>
                </a:solidFill>
                <a:latin typeface="PT Sans Narrow"/>
                <a:ea typeface="PT Sans Narrow"/>
                <a:cs typeface="PT Sans Narrow"/>
              </a:defRPr>
            </a:lvl4pPr>
            <a:lvl5pPr>
              <a:defRPr sz="1050" b="0">
                <a:solidFill>
                  <a:srgbClr val="202124"/>
                </a:solidFill>
                <a:latin typeface="PT Sans Narrow"/>
                <a:ea typeface="PT Sans Narrow"/>
                <a:cs typeface="PT Sans Narrow"/>
              </a:defRPr>
            </a:lvl5pPr>
            <a:lvl6pPr>
              <a:defRPr sz="1050" b="0">
                <a:solidFill>
                  <a:srgbClr val="202124"/>
                </a:solidFill>
                <a:latin typeface="PT Sans Narrow"/>
                <a:ea typeface="PT Sans Narrow"/>
                <a:cs typeface="PT Sans Narrow"/>
              </a:defRPr>
            </a:lvl6pPr>
            <a:lvl7pPr>
              <a:defRPr sz="1050" b="0">
                <a:solidFill>
                  <a:srgbClr val="202124"/>
                </a:solidFill>
                <a:latin typeface="PT Sans Narrow"/>
                <a:ea typeface="PT Sans Narrow"/>
                <a:cs typeface="PT Sans Narrow"/>
              </a:defRPr>
            </a:lvl7pPr>
            <a:lvl8pPr>
              <a:defRPr sz="1050" b="0">
                <a:solidFill>
                  <a:srgbClr val="202124"/>
                </a:solidFill>
                <a:latin typeface="PT Sans Narrow"/>
                <a:ea typeface="PT Sans Narrow"/>
                <a:cs typeface="PT Sans Narrow"/>
              </a:defRPr>
            </a:lvl8pPr>
            <a:lvl9pPr>
              <a:defRPr sz="1050" b="0">
                <a:solidFill>
                  <a:srgbClr val="202124"/>
                </a:solidFill>
                <a:latin typeface="PT Sans Narrow"/>
                <a:ea typeface="PT Sans Narrow"/>
                <a:cs typeface="PT Sans Narrow"/>
              </a:defRPr>
            </a:lvl9pPr>
          </a:lstStyle>
          <a:p xmlns:a="http://schemas.openxmlformats.org/drawingml/2006/main">
            <a:pPr marL="0" lvl="0" indent="0" algn="ctr">
              <a:lnSpc>
                <a:spcPct val="115000"/>
              </a:lnSpc>
              <a:spcBef>
                <a:spcPts val="0"/>
              </a:spcBef>
              <a:spcAft>
                <a:spcPts val="1200"/>
              </a:spcAft>
              <a:buNone/>
              <a:defRPr sz="1050" b="0">
                <a:solidFill>
                  <a:srgbClr val="202124"/>
                </a:solidFill>
                <a:latin typeface="PT Sans Narrow"/>
                <a:ea typeface="PT Sans Narrow"/>
                <a:cs typeface="PT Sans Narrow"/>
              </a:defRPr>
            </a:pPr>
            <a:r>
              <a:rPr sz="1050" b="0">
                <a:solidFill>
                  <a:srgbClr val="202124"/>
                </a:solidFill>
                <a:latin typeface="PT Sans Narrow"/>
                <a:ea typeface="PT Sans Narrow"/>
                <a:cs typeface="PT Sans Narrow"/>
              </a:rPr>
              <a:t>Category analysis by Marco Cruz · Executive summary 5 of 5</a:t>
            </a:r>
            <a:endParaRPr sz="1200">
              <a:solidFill>
                <a:srgbClr val="000000"/>
              </a:solidFill>
              <a:latin typeface="PT Sans Narrow"/>
              <a:ea typeface="PT Sans Narrow"/>
              <a:cs typeface="PT Sans Narrow"/>
            </a:endParaRPr>
          </a:p>
        </p:txBody>
      </p:sp>
      <p:sp>
        <p:nvSpPr>
          <p:cNvPr id="189" name="Google Shape;189;p8">
            <a:extLst xmlns:a="http://schemas.openxmlformats.org/drawingml/2006/main">
              <a:ext uri="{FF2B5EF4-FFF2-40B4-BE49-F238E27FC236}">
                <a16:creationId xmlns:a16="http://schemas.microsoft.com/office/drawing/2014/main" id="{5CF8A6C7-53B8-4537-9825-894434CDEAA2}"/>
              </a:ext>
            </a:extLst>
          </p:cNvPr>
          <p:cNvSpPr>
            <a:spLocks xmlns:a="http://schemas.openxmlformats.org/drawingml/2006/main" noGrp="1"/>
          </p:cNvSpPr>
          <p:nvPr/>
        </p:nvSpPr>
        <p:spPr>
          <a:xfrm xmlns:a="http://schemas.openxmlformats.org/drawingml/2006/main">
            <a:off x="2169275" y="1437300"/>
            <a:ext cx="5449500" cy="12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100" b="0">
                <a:solidFill>
                  <a:srgbClr val="202124"/>
                </a:solidFill>
                <a:latin typeface="Google Sans"/>
                <a:ea typeface="Google Sans"/>
                <a:cs typeface="Google Sans"/>
              </a:defRPr>
            </a:defPPr>
            <a:lvl1pPr>
              <a:defRPr sz="1100" b="0">
                <a:solidFill>
                  <a:srgbClr val="202124"/>
                </a:solidFill>
                <a:latin typeface="Google Sans"/>
                <a:ea typeface="Google Sans"/>
                <a:cs typeface="Google Sans"/>
              </a:defRPr>
            </a:lvl1pPr>
            <a:lvl2pPr>
              <a:defRPr sz="1100" b="0">
                <a:solidFill>
                  <a:srgbClr val="202124"/>
                </a:solidFill>
                <a:latin typeface="Google Sans"/>
                <a:ea typeface="Google Sans"/>
                <a:cs typeface="Google Sans"/>
              </a:defRPr>
            </a:lvl2pPr>
            <a:lvl3pPr>
              <a:defRPr sz="1100" b="0">
                <a:solidFill>
                  <a:srgbClr val="202124"/>
                </a:solidFill>
                <a:latin typeface="Google Sans"/>
                <a:ea typeface="Google Sans"/>
                <a:cs typeface="Google Sans"/>
              </a:defRPr>
            </a:lvl3pPr>
            <a:lvl4pPr>
              <a:defRPr sz="1100" b="0">
                <a:solidFill>
                  <a:srgbClr val="202124"/>
                </a:solidFill>
                <a:latin typeface="Google Sans"/>
                <a:ea typeface="Google Sans"/>
                <a:cs typeface="Google Sans"/>
              </a:defRPr>
            </a:lvl4pPr>
            <a:lvl5pPr>
              <a:defRPr sz="1100" b="0">
                <a:solidFill>
                  <a:srgbClr val="202124"/>
                </a:solidFill>
                <a:latin typeface="Google Sans"/>
                <a:ea typeface="Google Sans"/>
                <a:cs typeface="Google Sans"/>
              </a:defRPr>
            </a:lvl5pPr>
            <a:lvl6pPr>
              <a:defRPr sz="1100" b="0">
                <a:solidFill>
                  <a:srgbClr val="202124"/>
                </a:solidFill>
                <a:latin typeface="Google Sans"/>
                <a:ea typeface="Google Sans"/>
                <a:cs typeface="Google Sans"/>
              </a:defRPr>
            </a:lvl6pPr>
            <a:lvl7pPr>
              <a:defRPr sz="1100" b="0">
                <a:solidFill>
                  <a:srgbClr val="202124"/>
                </a:solidFill>
                <a:latin typeface="Google Sans"/>
                <a:ea typeface="Google Sans"/>
                <a:cs typeface="Google Sans"/>
              </a:defRPr>
            </a:lvl7pPr>
            <a:lvl8pPr>
              <a:defRPr sz="1100" b="0">
                <a:solidFill>
                  <a:srgbClr val="202124"/>
                </a:solidFill>
                <a:latin typeface="Google Sans"/>
                <a:ea typeface="Google Sans"/>
                <a:cs typeface="Google Sans"/>
              </a:defRPr>
            </a:lvl8pPr>
            <a:lvl9pPr>
              <a:defRPr sz="1100" b="0">
                <a:solidFill>
                  <a:srgbClr val="202124"/>
                </a:solidFill>
                <a:latin typeface="Google Sans"/>
                <a:ea typeface="Google Sans"/>
                <a:cs typeface="Google Sans"/>
              </a:defRPr>
            </a:lvl9pPr>
          </a:lstStyle>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rgbClr val="FFFFFF"/>
                </a:highlight>
                <a:latin typeface="Google Sans"/>
                <a:ea typeface="Google Sans"/>
                <a:cs typeface="Google Sans"/>
              </a:rPr>
              <a:t>Brain &amp; Mental Health leads the available 2026 cohort at 1,772,775 lifetime views, but this is one video. Eye &amp; Ear Health follows at a median of 756,895 across two videos. Neither result establishes typical performance for a broad category.</a:t>
            </a:r>
            <a:endParaRPr sz="1100">
              <a:solidFill>
                <a:schemeClr val="dk1"/>
              </a:solidFill>
              <a:latin typeface="Google Sans"/>
              <a:ea typeface="Google Sans"/>
              <a:cs typeface="Google Sans"/>
            </a:endParaRPr>
          </a:p>
        </p:txBody>
      </p:sp>
      <p:sp>
        <p:nvSpPr>
          <p:cNvPr id="191" name="Google Shape;191;p8">
            <a:extLst xmlns:a="http://schemas.openxmlformats.org/drawingml/2006/main">
              <a:ext uri="{FF2B5EF4-FFF2-40B4-BE49-F238E27FC236}">
                <a16:creationId xmlns:a16="http://schemas.microsoft.com/office/drawing/2014/main" id="{E2B07DF2-9EE8-49FF-B9D6-B6187B026BEB}"/>
              </a:ext>
            </a:extLst>
          </p:cNvPr>
          <p:cNvSpPr>
            <a:spLocks xmlns:a="http://schemas.openxmlformats.org/drawingml/2006/main" noGrp="1"/>
          </p:cNvSpPr>
          <p:nvPr/>
        </p:nvSpPr>
        <p:spPr>
          <a:xfrm xmlns:a="http://schemas.openxmlformats.org/drawingml/2006/main">
            <a:off x="2169275" y="2430200"/>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100" b="0">
                <a:solidFill>
                  <a:srgbClr val="202124"/>
                </a:solidFill>
                <a:latin typeface="Google Sans"/>
                <a:ea typeface="Google Sans"/>
                <a:cs typeface="Google Sans"/>
              </a:defRPr>
            </a:defPPr>
            <a:lvl1pPr>
              <a:defRPr sz="1100" b="0">
                <a:solidFill>
                  <a:srgbClr val="202124"/>
                </a:solidFill>
                <a:latin typeface="Google Sans"/>
                <a:ea typeface="Google Sans"/>
                <a:cs typeface="Google Sans"/>
              </a:defRPr>
            </a:lvl1pPr>
            <a:lvl2pPr>
              <a:defRPr sz="1100" b="0">
                <a:solidFill>
                  <a:srgbClr val="202124"/>
                </a:solidFill>
                <a:latin typeface="Google Sans"/>
                <a:ea typeface="Google Sans"/>
                <a:cs typeface="Google Sans"/>
              </a:defRPr>
            </a:lvl2pPr>
            <a:lvl3pPr>
              <a:defRPr sz="1100" b="0">
                <a:solidFill>
                  <a:srgbClr val="202124"/>
                </a:solidFill>
                <a:latin typeface="Google Sans"/>
                <a:ea typeface="Google Sans"/>
                <a:cs typeface="Google Sans"/>
              </a:defRPr>
            </a:lvl3pPr>
            <a:lvl4pPr>
              <a:defRPr sz="1100" b="0">
                <a:solidFill>
                  <a:srgbClr val="202124"/>
                </a:solidFill>
                <a:latin typeface="Google Sans"/>
                <a:ea typeface="Google Sans"/>
                <a:cs typeface="Google Sans"/>
              </a:defRPr>
            </a:lvl4pPr>
            <a:lvl5pPr>
              <a:defRPr sz="1100" b="0">
                <a:solidFill>
                  <a:srgbClr val="202124"/>
                </a:solidFill>
                <a:latin typeface="Google Sans"/>
                <a:ea typeface="Google Sans"/>
                <a:cs typeface="Google Sans"/>
              </a:defRPr>
            </a:lvl5pPr>
            <a:lvl6pPr>
              <a:defRPr sz="1100" b="0">
                <a:solidFill>
                  <a:srgbClr val="202124"/>
                </a:solidFill>
                <a:latin typeface="Google Sans"/>
                <a:ea typeface="Google Sans"/>
                <a:cs typeface="Google Sans"/>
              </a:defRPr>
            </a:lvl6pPr>
            <a:lvl7pPr>
              <a:defRPr sz="1100" b="0">
                <a:solidFill>
                  <a:srgbClr val="202124"/>
                </a:solidFill>
                <a:latin typeface="Google Sans"/>
                <a:ea typeface="Google Sans"/>
                <a:cs typeface="Google Sans"/>
              </a:defRPr>
            </a:lvl7pPr>
            <a:lvl8pPr>
              <a:defRPr sz="1100" b="0">
                <a:solidFill>
                  <a:srgbClr val="202124"/>
                </a:solidFill>
                <a:latin typeface="Google Sans"/>
                <a:ea typeface="Google Sans"/>
                <a:cs typeface="Google Sans"/>
              </a:defRPr>
            </a:lvl8pPr>
            <a:lvl9pPr>
              <a:defRPr sz="1100" b="0">
                <a:solidFill>
                  <a:srgbClr val="202124"/>
                </a:solidFill>
                <a:latin typeface="Google Sans"/>
                <a:ea typeface="Google Sans"/>
                <a:cs typeface="Google Sans"/>
              </a:defRPr>
            </a:lvl9pPr>
          </a:lstStyle>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The export includes 2026 publications only through May 8. This is a partial publication year, and observation time varies across videos. A single-video median equals that video’s views. Cross-year comparisons therefore cannot establish annual growth or decline.</a:t>
            </a:r>
            <a:endParaRPr sz="1100">
              <a:latin typeface="Google Sans"/>
              <a:ea typeface="Google Sans"/>
              <a:cs typeface="Google Sans"/>
            </a:endParaRPr>
          </a:p>
        </p:txBody>
      </p:sp>
      <p:sp>
        <p:nvSpPr>
          <p:cNvPr id="192" name="Google Shape;192;p8">
            <a:extLst xmlns:a="http://schemas.openxmlformats.org/drawingml/2006/main">
              <a:ext uri="{FF2B5EF4-FFF2-40B4-BE49-F238E27FC236}">
                <a16:creationId xmlns:a16="http://schemas.microsoft.com/office/drawing/2014/main" id="{60C9E930-6147-4CFD-9E7D-4C8B3480BC35}"/>
              </a:ext>
            </a:extLst>
          </p:cNvPr>
          <p:cNvSpPr>
            <a:spLocks xmlns:a="http://schemas.openxmlformats.org/drawingml/2006/main" noGrp="1"/>
          </p:cNvSpPr>
          <p:nvPr/>
        </p:nvSpPr>
        <p:spPr>
          <a:xfrm xmlns:a="http://schemas.openxmlformats.org/drawingml/2006/main">
            <a:off x="2169275" y="3433925"/>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100" b="0">
                <a:solidFill>
                  <a:srgbClr val="202124"/>
                </a:solidFill>
                <a:latin typeface="Google Sans"/>
                <a:ea typeface="Google Sans"/>
                <a:cs typeface="Google Sans"/>
              </a:defRPr>
            </a:defPPr>
            <a:lvl1pPr>
              <a:defRPr sz="1100" b="0">
                <a:solidFill>
                  <a:srgbClr val="202124"/>
                </a:solidFill>
                <a:latin typeface="Google Sans"/>
                <a:ea typeface="Google Sans"/>
                <a:cs typeface="Google Sans"/>
              </a:defRPr>
            </a:lvl1pPr>
            <a:lvl2pPr>
              <a:defRPr sz="1100" b="0">
                <a:solidFill>
                  <a:srgbClr val="202124"/>
                </a:solidFill>
                <a:latin typeface="Google Sans"/>
                <a:ea typeface="Google Sans"/>
                <a:cs typeface="Google Sans"/>
              </a:defRPr>
            </a:lvl2pPr>
            <a:lvl3pPr>
              <a:defRPr sz="1100" b="0">
                <a:solidFill>
                  <a:srgbClr val="202124"/>
                </a:solidFill>
                <a:latin typeface="Google Sans"/>
                <a:ea typeface="Google Sans"/>
                <a:cs typeface="Google Sans"/>
              </a:defRPr>
            </a:lvl3pPr>
            <a:lvl4pPr>
              <a:defRPr sz="1100" b="0">
                <a:solidFill>
                  <a:srgbClr val="202124"/>
                </a:solidFill>
                <a:latin typeface="Google Sans"/>
                <a:ea typeface="Google Sans"/>
                <a:cs typeface="Google Sans"/>
              </a:defRPr>
            </a:lvl4pPr>
            <a:lvl5pPr>
              <a:defRPr sz="1100" b="0">
                <a:solidFill>
                  <a:srgbClr val="202124"/>
                </a:solidFill>
                <a:latin typeface="Google Sans"/>
                <a:ea typeface="Google Sans"/>
                <a:cs typeface="Google Sans"/>
              </a:defRPr>
            </a:lvl5pPr>
            <a:lvl6pPr>
              <a:defRPr sz="1100" b="0">
                <a:solidFill>
                  <a:srgbClr val="202124"/>
                </a:solidFill>
                <a:latin typeface="Google Sans"/>
                <a:ea typeface="Google Sans"/>
                <a:cs typeface="Google Sans"/>
              </a:defRPr>
            </a:lvl6pPr>
            <a:lvl7pPr>
              <a:defRPr sz="1100" b="0">
                <a:solidFill>
                  <a:srgbClr val="202124"/>
                </a:solidFill>
                <a:latin typeface="Google Sans"/>
                <a:ea typeface="Google Sans"/>
                <a:cs typeface="Google Sans"/>
              </a:defRPr>
            </a:lvl7pPr>
            <a:lvl8pPr>
              <a:defRPr sz="1100" b="0">
                <a:solidFill>
                  <a:srgbClr val="202124"/>
                </a:solidFill>
                <a:latin typeface="Google Sans"/>
                <a:ea typeface="Google Sans"/>
                <a:cs typeface="Google Sans"/>
              </a:defRPr>
            </a:lvl8pPr>
            <a:lvl9pPr>
              <a:defRPr sz="1100" b="0">
                <a:solidFill>
                  <a:srgbClr val="202124"/>
                </a:solidFill>
                <a:latin typeface="Google Sans"/>
                <a:ea typeface="Google Sans"/>
                <a:cs typeface="Google Sans"/>
              </a:defRPr>
            </a:lvl9pPr>
          </a:lstStyle>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chemeClr val="lt1"/>
                </a:highlight>
                <a:latin typeface="Google Sans"/>
                <a:ea typeface="Google Sans"/>
                <a:cs typeface="Google Sans"/>
              </a:rPr>
              <a:t>Food, Herbs &amp; Supplements has 20 videos with a median of 101,465 views. Skin &amp; Hair Health has eight at 95,132, while Digestive Health has 11 at 50,207. These larger groups show why the two leading bars should be treated as individual cases for review.</a:t>
            </a:r>
            <a:endParaRPr sz="1100">
              <a:latin typeface="Google Sans"/>
              <a:ea typeface="Google Sans"/>
              <a:cs typeface="Google Sans"/>
            </a:endParaRPr>
          </a:p>
        </p:txBody>
      </p:sp>
      <p:sp>
        <p:nvSpPr>
          <p:cNvPr id="194" name="Google Shape;194;p8">
            <a:extLst xmlns:a="http://schemas.openxmlformats.org/drawingml/2006/main">
              <a:ext uri="{FF2B5EF4-FFF2-40B4-BE49-F238E27FC236}">
                <a16:creationId xmlns:a16="http://schemas.microsoft.com/office/drawing/2014/main" id="{FC62CC95-EBB4-49DB-8D5B-675C743F079D}"/>
              </a:ext>
            </a:extLst>
          </p:cNvPr>
          <p:cNvSpPr>
            <a:spLocks xmlns:a="http://schemas.openxmlformats.org/drawingml/2006/main" noGrp="1"/>
          </p:cNvSpPr>
          <p:nvPr/>
        </p:nvSpPr>
        <p:spPr>
          <a:xfrm xmlns:a="http://schemas.openxmlformats.org/drawingml/2006/main">
            <a:off x="335300" y="7045400"/>
            <a:ext cx="39690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t/>
            </a:r>
            <a:endParaRPr sz="1200">
              <a:latin typeface="Google Sans"/>
              <a:ea typeface="Google Sans"/>
              <a:cs typeface="Google Sans"/>
            </a:endParaRPr>
          </a:p>
        </p:txBody>
      </p:sp>
      <p:sp>
        <p:nvSpPr>
          <p:cNvPr id="195" name="Google Shape;195;p8">
            <a:extLst xmlns:a="http://schemas.openxmlformats.org/drawingml/2006/main">
              <a:ext uri="{FF2B5EF4-FFF2-40B4-BE49-F238E27FC236}">
                <a16:creationId xmlns:a16="http://schemas.microsoft.com/office/drawing/2014/main" id="{69AF36A7-FC8B-45FB-BB5E-2D5966AEE905}"/>
              </a:ext>
            </a:extLst>
          </p:cNvPr>
          <p:cNvSpPr>
            <a:spLocks xmlns:a="http://schemas.openxmlformats.org/drawingml/2006/main" noGrp="1"/>
          </p:cNvSpPr>
          <p:nvPr/>
        </p:nvSpPr>
        <p:spPr>
          <a:xfrm xmlns:a="http://schemas.openxmlformats.org/drawingml/2006/main">
            <a:off x="335300" y="8530900"/>
            <a:ext cx="6999600" cy="82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100" b="0">
                <a:solidFill>
                  <a:srgbClr val="202124"/>
                </a:solidFill>
                <a:latin typeface="Google Sans"/>
                <a:ea typeface="Google Sans"/>
                <a:cs typeface="Google Sans"/>
              </a:defRPr>
            </a:defPPr>
            <a:lvl1pPr>
              <a:defRPr sz="1100" b="0">
                <a:solidFill>
                  <a:srgbClr val="202124"/>
                </a:solidFill>
                <a:latin typeface="Google Sans"/>
                <a:ea typeface="Google Sans"/>
                <a:cs typeface="Google Sans"/>
              </a:defRPr>
            </a:lvl1pPr>
            <a:lvl2pPr>
              <a:defRPr sz="1100" b="0">
                <a:solidFill>
                  <a:srgbClr val="202124"/>
                </a:solidFill>
                <a:latin typeface="Google Sans"/>
                <a:ea typeface="Google Sans"/>
                <a:cs typeface="Google Sans"/>
              </a:defRPr>
            </a:lvl2pPr>
            <a:lvl3pPr>
              <a:defRPr sz="1100" b="0">
                <a:solidFill>
                  <a:srgbClr val="202124"/>
                </a:solidFill>
                <a:latin typeface="Google Sans"/>
                <a:ea typeface="Google Sans"/>
                <a:cs typeface="Google Sans"/>
              </a:defRPr>
            </a:lvl3pPr>
            <a:lvl4pPr>
              <a:defRPr sz="1100" b="0">
                <a:solidFill>
                  <a:srgbClr val="202124"/>
                </a:solidFill>
                <a:latin typeface="Google Sans"/>
                <a:ea typeface="Google Sans"/>
                <a:cs typeface="Google Sans"/>
              </a:defRPr>
            </a:lvl4pPr>
            <a:lvl5pPr>
              <a:defRPr sz="1100" b="0">
                <a:solidFill>
                  <a:srgbClr val="202124"/>
                </a:solidFill>
                <a:latin typeface="Google Sans"/>
                <a:ea typeface="Google Sans"/>
                <a:cs typeface="Google Sans"/>
              </a:defRPr>
            </a:lvl5pPr>
            <a:lvl6pPr>
              <a:defRPr sz="1100" b="0">
                <a:solidFill>
                  <a:srgbClr val="202124"/>
                </a:solidFill>
                <a:latin typeface="Google Sans"/>
                <a:ea typeface="Google Sans"/>
                <a:cs typeface="Google Sans"/>
              </a:defRPr>
            </a:lvl6pPr>
            <a:lvl7pPr>
              <a:defRPr sz="1100" b="0">
                <a:solidFill>
                  <a:srgbClr val="202124"/>
                </a:solidFill>
                <a:latin typeface="Google Sans"/>
                <a:ea typeface="Google Sans"/>
                <a:cs typeface="Google Sans"/>
              </a:defRPr>
            </a:lvl7pPr>
            <a:lvl8pPr>
              <a:defRPr sz="1100" b="0">
                <a:solidFill>
                  <a:srgbClr val="202124"/>
                </a:solidFill>
                <a:latin typeface="Google Sans"/>
                <a:ea typeface="Google Sans"/>
                <a:cs typeface="Google Sans"/>
              </a:defRPr>
            </a:lvl8pPr>
            <a:lvl9pPr>
              <a:defRPr sz="1100" b="0">
                <a:solidFill>
                  <a:srgbClr val="202124"/>
                </a:solidFill>
                <a:latin typeface="Google Sans"/>
                <a:ea typeface="Google Sans"/>
                <a:cs typeface="Google Sans"/>
              </a:defRPr>
            </a:lvl9pPr>
          </a:lstStyle>
          <a:p xmlns:a="http://schemas.openxmlformats.org/drawingml/2006/main">
            <a:pPr marL="457200" lvl="0" indent="-298450" algn="l">
              <a:spcBef>
                <a:spcPts val="0"/>
              </a:spcBef>
              <a:spcAft>
                <a:spcPts val="0"/>
              </a:spcAft>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Review the three videos in the leading categories and test related topics with consistent evaluation windows. Continue collecting 2026 data before setting category targets. The four yearly charts use the same horizontal scale for visual comparison.</a:t>
            </a:r>
            <a:endParaRPr sz="1100" b="1">
              <a:latin typeface="Google Sans"/>
              <a:ea typeface="Google Sans"/>
              <a:cs typeface="Google Sans"/>
            </a:endParaRPr>
          </a:p>
        </p:txBody>
      </p:sp>
      <p:sp>
        <p:nvSpPr>
          <p:cNvPr id="196" name="Google Shape;196;p8">
            <a:extLst xmlns:a="http://schemas.openxmlformats.org/drawingml/2006/main">
              <a:ext uri="{FF2B5EF4-FFF2-40B4-BE49-F238E27FC236}">
                <a16:creationId xmlns:a16="http://schemas.microsoft.com/office/drawing/2014/main" id="{B3256E46-8520-45AC-9097-71C7511E4729}"/>
              </a:ext>
            </a:extLst>
          </p:cNvPr>
          <p:cNvSpPr>
            <a:spLocks xmlns:a="http://schemas.openxmlformats.org/drawingml/2006/main" noGrp="1"/>
          </p:cNvSpPr>
          <p:nvPr/>
        </p:nvSpPr>
        <p:spPr>
          <a:xfrm xmlns:a="http://schemas.openxmlformats.org/drawingml/2006/main">
            <a:off x="4554000" y="4662075"/>
            <a:ext cx="2504100" cy="64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SzPts val="358"/>
              <a:buNone/>
            </a:pPr>
            <a:r>
              <a:t/>
            </a:r>
            <a:endParaRPr sz="657" i="1">
              <a:solidFill>
                <a:srgbClr val="000000"/>
              </a:solidFill>
              <a:latin typeface="Lato"/>
              <a:ea typeface="Lato"/>
              <a:cs typeface="Lato"/>
            </a:endParaRPr>
          </a:p>
        </p:txBody>
      </p:sp>
      <p:pic>
        <p:nvPicPr>
          <p:cNvPr id="197" name="">
            <a:extLst xmlns:a="http://schemas.openxmlformats.org/drawingml/2006/main">
              <a:ext uri="{FF2B5EF4-FFF2-40B4-BE49-F238E27FC236}">
                <a16:creationId xmlns:a16="http://schemas.microsoft.com/office/drawing/2014/main" id="{C1730AF4-3EDC-4B1C-8258-98340E21C6F5}"/>
              </a:ext>
            </a:extLst>
          </p:cNvPr>
          <p:cNvPicPr>
            <a:picLocks xmlns:a="http://schemas.openxmlformats.org/drawingml/2006/main" noChangeAspect="1"/>
          </p:cNvPicPr>
          <p:nvPr/>
        </p:nvPicPr>
        <p:blipFill>
          <a:blip xmlns:r="http://schemas.openxmlformats.org/officeDocument/2006/relationships" xmlns:a="http://schemas.openxmlformats.org/drawingml/2006/main" r:embed="R8b2b1a86671142ba"/>
          <a:stretch xmlns:a="http://schemas.openxmlformats.org/drawingml/2006/main"/>
        </p:blipFill>
        <p:spPr>
          <a:xfrm xmlns:a="http://schemas.openxmlformats.org/drawingml/2006/main">
            <a:off x="1715112" y="5048250"/>
            <a:ext cx="4342175" cy="3143250"/>
          </a:xfrm>
          <a:prstGeom xmlns:a="http://schemas.openxmlformats.org/drawingml/2006/main" prst="rect">
            <a:avLst/>
          </a:prstGeom>
        </p:spPr>
      </p:pic>
    </p:spTree>
    <p:extLst>
      <p:ext uri="{BB962C8B-B14F-4D97-AF65-F5344CB8AC3E}">
        <p14:creationId xmlns:p14="http://schemas.microsoft.com/office/powerpoint/2010/main" val="178595338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87" name="Google Shape;187;p8">
            <a:extLst xmlns:a="http://schemas.openxmlformats.org/drawingml/2006/main">
              <a:ext uri="{FF2B5EF4-FFF2-40B4-BE49-F238E27FC236}">
                <a16:creationId xmlns:a16="http://schemas.microsoft.com/office/drawing/2014/main" id="{01B5B5CF-B7BF-416D-8B3A-4BA57390D468}"/>
              </a:ext>
            </a:extLst>
          </p:cNvPr>
          <p:cNvSpPr>
            <a:spLocks xmlns:a="http://schemas.openxmlformats.org/drawingml/2006/main" noGrp="1"/>
          </p:cNvSpPr>
          <p:nvPr/>
        </p:nvSpPr>
        <p:spPr>
          <a:xfrm xmlns:a="http://schemas.openxmlformats.org/drawingml/2006/main">
            <a:off x="159875" y="441000"/>
            <a:ext cx="7458900" cy="4217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725" b="1">
                <a:solidFill>
                  <a:srgbClr val="202124"/>
                </a:solidFill>
                <a:latin typeface="Google Sans"/>
                <a:ea typeface="Google Sans"/>
                <a:cs typeface="Google Sans"/>
              </a:defRPr>
            </a:defPPr>
            <a:lvl1pPr>
              <a:defRPr sz="1725" b="1">
                <a:solidFill>
                  <a:srgbClr val="202124"/>
                </a:solidFill>
                <a:latin typeface="Google Sans"/>
                <a:ea typeface="Google Sans"/>
                <a:cs typeface="Google Sans"/>
              </a:defRPr>
            </a:lvl1pPr>
            <a:lvl2pPr>
              <a:defRPr sz="1725" b="1">
                <a:solidFill>
                  <a:srgbClr val="202124"/>
                </a:solidFill>
                <a:latin typeface="Google Sans"/>
                <a:ea typeface="Google Sans"/>
                <a:cs typeface="Google Sans"/>
              </a:defRPr>
            </a:lvl2pPr>
            <a:lvl3pPr>
              <a:defRPr sz="1725" b="1">
                <a:solidFill>
                  <a:srgbClr val="202124"/>
                </a:solidFill>
                <a:latin typeface="Google Sans"/>
                <a:ea typeface="Google Sans"/>
                <a:cs typeface="Google Sans"/>
              </a:defRPr>
            </a:lvl3pPr>
            <a:lvl4pPr>
              <a:defRPr sz="1725" b="1">
                <a:solidFill>
                  <a:srgbClr val="202124"/>
                </a:solidFill>
                <a:latin typeface="Google Sans"/>
                <a:ea typeface="Google Sans"/>
                <a:cs typeface="Google Sans"/>
              </a:defRPr>
            </a:lvl4pPr>
            <a:lvl5pPr>
              <a:defRPr sz="1725" b="1">
                <a:solidFill>
                  <a:srgbClr val="202124"/>
                </a:solidFill>
                <a:latin typeface="Google Sans"/>
                <a:ea typeface="Google Sans"/>
                <a:cs typeface="Google Sans"/>
              </a:defRPr>
            </a:lvl5pPr>
            <a:lvl6pPr>
              <a:defRPr sz="1725" b="1">
                <a:solidFill>
                  <a:srgbClr val="202124"/>
                </a:solidFill>
                <a:latin typeface="Google Sans"/>
                <a:ea typeface="Google Sans"/>
                <a:cs typeface="Google Sans"/>
              </a:defRPr>
            </a:lvl6pPr>
            <a:lvl7pPr>
              <a:defRPr sz="1725" b="1">
                <a:solidFill>
                  <a:srgbClr val="202124"/>
                </a:solidFill>
                <a:latin typeface="Google Sans"/>
                <a:ea typeface="Google Sans"/>
                <a:cs typeface="Google Sans"/>
              </a:defRPr>
            </a:lvl7pPr>
            <a:lvl8pPr>
              <a:defRPr sz="1725" b="1">
                <a:solidFill>
                  <a:srgbClr val="202124"/>
                </a:solidFill>
                <a:latin typeface="Google Sans"/>
                <a:ea typeface="Google Sans"/>
                <a:cs typeface="Google Sans"/>
              </a:defRPr>
            </a:lvl8pPr>
            <a:lvl9pPr>
              <a:defRPr sz="1725" b="1">
                <a:solidFill>
                  <a:srgbClr val="202124"/>
                </a:solidFill>
                <a:latin typeface="Google Sans"/>
                <a:ea typeface="Google Sans"/>
                <a:cs typeface="Google Sans"/>
              </a:defRPr>
            </a:lvl9pPr>
          </a:lstStyle>
          <a:p xmlns:a="http://schemas.openxmlformats.org/drawingml/2006/main">
            <a:pPr marL="0" lvl="0" indent="0" algn="ctr">
              <a:lnSpc>
                <a:spcPct val="95000"/>
              </a:lnSpc>
              <a:spcBef>
                <a:spcPts val="0"/>
              </a:spcBef>
              <a:spcAft>
                <a:spcPts val="0"/>
              </a:spcAft>
              <a:buClr>
                <a:schemeClr val="dk1"/>
              </a:buClr>
              <a:buSzPts val="1100"/>
              <a:buFont typeface="Arial"/>
              <a:buNone/>
              <a:defRPr sz="1725" b="1">
                <a:solidFill>
                  <a:srgbClr val="202124"/>
                </a:solidFill>
                <a:latin typeface="Google Sans"/>
                <a:ea typeface="Google Sans"/>
                <a:cs typeface="Google Sans"/>
              </a:defRPr>
            </a:pPr>
            <a:r>
              <a:rPr sz="1725" b="1">
                <a:solidFill>
                  <a:srgbClr val="202124"/>
                </a:solidFill>
                <a:latin typeface="Google Sans"/>
                <a:ea typeface="Google Sans"/>
                <a:cs typeface="Google Sans"/>
              </a:rPr>
              <a:t>2025 Category Performance</a:t>
            </a:r>
            <a:endParaRPr sz="2100" b="1">
              <a:latin typeface="Google Sans"/>
              <a:ea typeface="Google Sans"/>
              <a:cs typeface="Google Sans"/>
            </a:endParaRPr>
          </a:p>
        </p:txBody>
      </p:sp>
      <p:sp>
        <p:nvSpPr>
          <p:cNvPr id="188" name="Google Shape;188;p8">
            <a:extLst xmlns:a="http://schemas.openxmlformats.org/drawingml/2006/main">
              <a:ext uri="{FF2B5EF4-FFF2-40B4-BE49-F238E27FC236}">
                <a16:creationId xmlns:a16="http://schemas.microsoft.com/office/drawing/2014/main" id="{1C4B4964-177A-4BBB-B918-A8DFFBD302FA}"/>
              </a:ext>
            </a:extLst>
          </p:cNvPr>
          <p:cNvSpPr>
            <a:spLocks xmlns:a="http://schemas.openxmlformats.org/drawingml/2006/main" noGrp="1"/>
          </p:cNvSpPr>
          <p:nvPr/>
        </p:nvSpPr>
        <p:spPr>
          <a:xfrm xmlns:a="http://schemas.openxmlformats.org/drawingml/2006/main">
            <a:off x="1763100" y="948050"/>
            <a:ext cx="4246200" cy="7558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050" b="0">
                <a:solidFill>
                  <a:srgbClr val="202124"/>
                </a:solidFill>
                <a:latin typeface="PT Sans Narrow"/>
                <a:ea typeface="PT Sans Narrow"/>
                <a:cs typeface="PT Sans Narrow"/>
              </a:defRPr>
            </a:defPPr>
            <a:lvl1pPr>
              <a:defRPr sz="1050" b="0">
                <a:solidFill>
                  <a:srgbClr val="202124"/>
                </a:solidFill>
                <a:latin typeface="PT Sans Narrow"/>
                <a:ea typeface="PT Sans Narrow"/>
                <a:cs typeface="PT Sans Narrow"/>
              </a:defRPr>
            </a:lvl1pPr>
            <a:lvl2pPr>
              <a:defRPr sz="1050" b="0">
                <a:solidFill>
                  <a:srgbClr val="202124"/>
                </a:solidFill>
                <a:latin typeface="PT Sans Narrow"/>
                <a:ea typeface="PT Sans Narrow"/>
                <a:cs typeface="PT Sans Narrow"/>
              </a:defRPr>
            </a:lvl2pPr>
            <a:lvl3pPr>
              <a:defRPr sz="1050" b="0">
                <a:solidFill>
                  <a:srgbClr val="202124"/>
                </a:solidFill>
                <a:latin typeface="PT Sans Narrow"/>
                <a:ea typeface="PT Sans Narrow"/>
                <a:cs typeface="PT Sans Narrow"/>
              </a:defRPr>
            </a:lvl3pPr>
            <a:lvl4pPr>
              <a:defRPr sz="1050" b="0">
                <a:solidFill>
                  <a:srgbClr val="202124"/>
                </a:solidFill>
                <a:latin typeface="PT Sans Narrow"/>
                <a:ea typeface="PT Sans Narrow"/>
                <a:cs typeface="PT Sans Narrow"/>
              </a:defRPr>
            </a:lvl4pPr>
            <a:lvl5pPr>
              <a:defRPr sz="1050" b="0">
                <a:solidFill>
                  <a:srgbClr val="202124"/>
                </a:solidFill>
                <a:latin typeface="PT Sans Narrow"/>
                <a:ea typeface="PT Sans Narrow"/>
                <a:cs typeface="PT Sans Narrow"/>
              </a:defRPr>
            </a:lvl5pPr>
            <a:lvl6pPr>
              <a:defRPr sz="1050" b="0">
                <a:solidFill>
                  <a:srgbClr val="202124"/>
                </a:solidFill>
                <a:latin typeface="PT Sans Narrow"/>
                <a:ea typeface="PT Sans Narrow"/>
                <a:cs typeface="PT Sans Narrow"/>
              </a:defRPr>
            </a:lvl6pPr>
            <a:lvl7pPr>
              <a:defRPr sz="1050" b="0">
                <a:solidFill>
                  <a:srgbClr val="202124"/>
                </a:solidFill>
                <a:latin typeface="PT Sans Narrow"/>
                <a:ea typeface="PT Sans Narrow"/>
                <a:cs typeface="PT Sans Narrow"/>
              </a:defRPr>
            </a:lvl7pPr>
            <a:lvl8pPr>
              <a:defRPr sz="1050" b="0">
                <a:solidFill>
                  <a:srgbClr val="202124"/>
                </a:solidFill>
                <a:latin typeface="PT Sans Narrow"/>
                <a:ea typeface="PT Sans Narrow"/>
                <a:cs typeface="PT Sans Narrow"/>
              </a:defRPr>
            </a:lvl8pPr>
            <a:lvl9pPr>
              <a:defRPr sz="1050" b="0">
                <a:solidFill>
                  <a:srgbClr val="202124"/>
                </a:solidFill>
                <a:latin typeface="PT Sans Narrow"/>
                <a:ea typeface="PT Sans Narrow"/>
                <a:cs typeface="PT Sans Narrow"/>
              </a:defRPr>
            </a:lvl9pPr>
          </a:lstStyle>
          <a:p xmlns:a="http://schemas.openxmlformats.org/drawingml/2006/main">
            <a:pPr marL="0" lvl="0" indent="0" algn="ctr">
              <a:lnSpc>
                <a:spcPct val="115000"/>
              </a:lnSpc>
              <a:spcBef>
                <a:spcPts val="0"/>
              </a:spcBef>
              <a:spcAft>
                <a:spcPts val="1200"/>
              </a:spcAft>
              <a:buNone/>
              <a:defRPr sz="1050" b="0">
                <a:solidFill>
                  <a:srgbClr val="202124"/>
                </a:solidFill>
                <a:latin typeface="PT Sans Narrow"/>
                <a:ea typeface="PT Sans Narrow"/>
                <a:cs typeface="PT Sans Narrow"/>
              </a:defRPr>
            </a:pPr>
            <a:r>
              <a:rPr sz="1050" b="0">
                <a:solidFill>
                  <a:srgbClr val="202124"/>
                </a:solidFill>
                <a:latin typeface="PT Sans Narrow"/>
                <a:ea typeface="PT Sans Narrow"/>
                <a:cs typeface="PT Sans Narrow"/>
              </a:rPr>
              <a:t>Category analysis by Marco Cruz · Executive summary 4 of 5</a:t>
            </a:r>
            <a:endParaRPr sz="1200">
              <a:solidFill>
                <a:srgbClr val="000000"/>
              </a:solidFill>
              <a:latin typeface="PT Sans Narrow"/>
              <a:ea typeface="PT Sans Narrow"/>
              <a:cs typeface="PT Sans Narrow"/>
            </a:endParaRPr>
          </a:p>
        </p:txBody>
      </p:sp>
      <p:sp>
        <p:nvSpPr>
          <p:cNvPr id="189" name="Google Shape;189;p8">
            <a:extLst xmlns:a="http://schemas.openxmlformats.org/drawingml/2006/main">
              <a:ext uri="{FF2B5EF4-FFF2-40B4-BE49-F238E27FC236}">
                <a16:creationId xmlns:a16="http://schemas.microsoft.com/office/drawing/2014/main" id="{5CF8A6C7-53B8-4537-9825-894434CDEAA2}"/>
              </a:ext>
            </a:extLst>
          </p:cNvPr>
          <p:cNvSpPr>
            <a:spLocks xmlns:a="http://schemas.openxmlformats.org/drawingml/2006/main" noGrp="1"/>
          </p:cNvSpPr>
          <p:nvPr/>
        </p:nvSpPr>
        <p:spPr>
          <a:xfrm xmlns:a="http://schemas.openxmlformats.org/drawingml/2006/main">
            <a:off x="2169275" y="1437300"/>
            <a:ext cx="5449500" cy="12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100" b="0">
                <a:solidFill>
                  <a:srgbClr val="202124"/>
                </a:solidFill>
                <a:latin typeface="Google Sans"/>
                <a:ea typeface="Google Sans"/>
                <a:cs typeface="Google Sans"/>
              </a:defRPr>
            </a:defPPr>
            <a:lvl1pPr>
              <a:defRPr sz="1100" b="0">
                <a:solidFill>
                  <a:srgbClr val="202124"/>
                </a:solidFill>
                <a:latin typeface="Google Sans"/>
                <a:ea typeface="Google Sans"/>
                <a:cs typeface="Google Sans"/>
              </a:defRPr>
            </a:lvl1pPr>
            <a:lvl2pPr>
              <a:defRPr sz="1100" b="0">
                <a:solidFill>
                  <a:srgbClr val="202124"/>
                </a:solidFill>
                <a:latin typeface="Google Sans"/>
                <a:ea typeface="Google Sans"/>
                <a:cs typeface="Google Sans"/>
              </a:defRPr>
            </a:lvl2pPr>
            <a:lvl3pPr>
              <a:defRPr sz="1100" b="0">
                <a:solidFill>
                  <a:srgbClr val="202124"/>
                </a:solidFill>
                <a:latin typeface="Google Sans"/>
                <a:ea typeface="Google Sans"/>
                <a:cs typeface="Google Sans"/>
              </a:defRPr>
            </a:lvl3pPr>
            <a:lvl4pPr>
              <a:defRPr sz="1100" b="0">
                <a:solidFill>
                  <a:srgbClr val="202124"/>
                </a:solidFill>
                <a:latin typeface="Google Sans"/>
                <a:ea typeface="Google Sans"/>
                <a:cs typeface="Google Sans"/>
              </a:defRPr>
            </a:lvl4pPr>
            <a:lvl5pPr>
              <a:defRPr sz="1100" b="0">
                <a:solidFill>
                  <a:srgbClr val="202124"/>
                </a:solidFill>
                <a:latin typeface="Google Sans"/>
                <a:ea typeface="Google Sans"/>
                <a:cs typeface="Google Sans"/>
              </a:defRPr>
            </a:lvl5pPr>
            <a:lvl6pPr>
              <a:defRPr sz="1100" b="0">
                <a:solidFill>
                  <a:srgbClr val="202124"/>
                </a:solidFill>
                <a:latin typeface="Google Sans"/>
                <a:ea typeface="Google Sans"/>
                <a:cs typeface="Google Sans"/>
              </a:defRPr>
            </a:lvl6pPr>
            <a:lvl7pPr>
              <a:defRPr sz="1100" b="0">
                <a:solidFill>
                  <a:srgbClr val="202124"/>
                </a:solidFill>
                <a:latin typeface="Google Sans"/>
                <a:ea typeface="Google Sans"/>
                <a:cs typeface="Google Sans"/>
              </a:defRPr>
            </a:lvl7pPr>
            <a:lvl8pPr>
              <a:defRPr sz="1100" b="0">
                <a:solidFill>
                  <a:srgbClr val="202124"/>
                </a:solidFill>
                <a:latin typeface="Google Sans"/>
                <a:ea typeface="Google Sans"/>
                <a:cs typeface="Google Sans"/>
              </a:defRPr>
            </a:lvl8pPr>
            <a:lvl9pPr>
              <a:defRPr sz="1100" b="0">
                <a:solidFill>
                  <a:srgbClr val="202124"/>
                </a:solidFill>
                <a:latin typeface="Google Sans"/>
                <a:ea typeface="Google Sans"/>
                <a:cs typeface="Google Sans"/>
              </a:defRPr>
            </a:lvl9pPr>
          </a:lstStyle>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rgbClr val="FFFFFF"/>
                </a:highlight>
                <a:latin typeface="Google Sans"/>
                <a:ea typeface="Google Sans"/>
                <a:cs typeface="Google Sans"/>
              </a:rPr>
              <a:t>Eye &amp; Ear Health leads the 2025 cohort at 319,896 median lifetime views across two videos. Liver &amp; Gallbladder Health is close at 317,213 across six, followed by Heart &amp; Circulation at 243,497 across five.</a:t>
            </a:r>
            <a:endParaRPr sz="1100">
              <a:solidFill>
                <a:schemeClr val="dk1"/>
              </a:solidFill>
              <a:latin typeface="Google Sans"/>
              <a:ea typeface="Google Sans"/>
              <a:cs typeface="Google Sans"/>
            </a:endParaRPr>
          </a:p>
        </p:txBody>
      </p:sp>
      <p:sp>
        <p:nvSpPr>
          <p:cNvPr id="191" name="Google Shape;191;p8">
            <a:extLst xmlns:a="http://schemas.openxmlformats.org/drawingml/2006/main">
              <a:ext uri="{FF2B5EF4-FFF2-40B4-BE49-F238E27FC236}">
                <a16:creationId xmlns:a16="http://schemas.microsoft.com/office/drawing/2014/main" id="{E2B07DF2-9EE8-49FF-B9D6-B6187B026BEB}"/>
              </a:ext>
            </a:extLst>
          </p:cNvPr>
          <p:cNvSpPr>
            <a:spLocks xmlns:a="http://schemas.openxmlformats.org/drawingml/2006/main" noGrp="1"/>
          </p:cNvSpPr>
          <p:nvPr/>
        </p:nvSpPr>
        <p:spPr>
          <a:xfrm xmlns:a="http://schemas.openxmlformats.org/drawingml/2006/main">
            <a:off x="2169275" y="2430200"/>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100" b="0">
                <a:solidFill>
                  <a:srgbClr val="202124"/>
                </a:solidFill>
                <a:latin typeface="Google Sans"/>
                <a:ea typeface="Google Sans"/>
                <a:cs typeface="Google Sans"/>
              </a:defRPr>
            </a:defPPr>
            <a:lvl1pPr>
              <a:defRPr sz="1100" b="0">
                <a:solidFill>
                  <a:srgbClr val="202124"/>
                </a:solidFill>
                <a:latin typeface="Google Sans"/>
                <a:ea typeface="Google Sans"/>
                <a:cs typeface="Google Sans"/>
              </a:defRPr>
            </a:lvl1pPr>
            <a:lvl2pPr>
              <a:defRPr sz="1100" b="0">
                <a:solidFill>
                  <a:srgbClr val="202124"/>
                </a:solidFill>
                <a:latin typeface="Google Sans"/>
                <a:ea typeface="Google Sans"/>
                <a:cs typeface="Google Sans"/>
              </a:defRPr>
            </a:lvl2pPr>
            <a:lvl3pPr>
              <a:defRPr sz="1100" b="0">
                <a:solidFill>
                  <a:srgbClr val="202124"/>
                </a:solidFill>
                <a:latin typeface="Google Sans"/>
                <a:ea typeface="Google Sans"/>
                <a:cs typeface="Google Sans"/>
              </a:defRPr>
            </a:lvl3pPr>
            <a:lvl4pPr>
              <a:defRPr sz="1100" b="0">
                <a:solidFill>
                  <a:srgbClr val="202124"/>
                </a:solidFill>
                <a:latin typeface="Google Sans"/>
                <a:ea typeface="Google Sans"/>
                <a:cs typeface="Google Sans"/>
              </a:defRPr>
            </a:lvl4pPr>
            <a:lvl5pPr>
              <a:defRPr sz="1100" b="0">
                <a:solidFill>
                  <a:srgbClr val="202124"/>
                </a:solidFill>
                <a:latin typeface="Google Sans"/>
                <a:ea typeface="Google Sans"/>
                <a:cs typeface="Google Sans"/>
              </a:defRPr>
            </a:lvl5pPr>
            <a:lvl6pPr>
              <a:defRPr sz="1100" b="0">
                <a:solidFill>
                  <a:srgbClr val="202124"/>
                </a:solidFill>
                <a:latin typeface="Google Sans"/>
                <a:ea typeface="Google Sans"/>
                <a:cs typeface="Google Sans"/>
              </a:defRPr>
            </a:lvl6pPr>
            <a:lvl7pPr>
              <a:defRPr sz="1100" b="0">
                <a:solidFill>
                  <a:srgbClr val="202124"/>
                </a:solidFill>
                <a:latin typeface="Google Sans"/>
                <a:ea typeface="Google Sans"/>
                <a:cs typeface="Google Sans"/>
              </a:defRPr>
            </a:lvl7pPr>
            <a:lvl8pPr>
              <a:defRPr sz="1100" b="0">
                <a:solidFill>
                  <a:srgbClr val="202124"/>
                </a:solidFill>
                <a:latin typeface="Google Sans"/>
                <a:ea typeface="Google Sans"/>
                <a:cs typeface="Google Sans"/>
              </a:defRPr>
            </a:lvl8pPr>
            <a:lvl9pPr>
              <a:defRPr sz="1100" b="0">
                <a:solidFill>
                  <a:srgbClr val="202124"/>
                </a:solidFill>
                <a:latin typeface="Google Sans"/>
                <a:ea typeface="Google Sans"/>
                <a:cs typeface="Google Sans"/>
              </a:defRPr>
            </a:lvl9pPr>
          </a:lstStyle>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The 2,684-view gap between the first two medians is too limited, with these small groups, to establish a dependable advantage. Several larger categories have lower medians, but publishing volume alone does not explain the difference.</a:t>
            </a:r>
            <a:endParaRPr sz="1100">
              <a:latin typeface="Google Sans"/>
              <a:ea typeface="Google Sans"/>
              <a:cs typeface="Google Sans"/>
            </a:endParaRPr>
          </a:p>
        </p:txBody>
      </p:sp>
      <p:sp>
        <p:nvSpPr>
          <p:cNvPr id="192" name="Google Shape;192;p8">
            <a:extLst xmlns:a="http://schemas.openxmlformats.org/drawingml/2006/main">
              <a:ext uri="{FF2B5EF4-FFF2-40B4-BE49-F238E27FC236}">
                <a16:creationId xmlns:a16="http://schemas.microsoft.com/office/drawing/2014/main" id="{60C9E930-6147-4CFD-9E7D-4C8B3480BC35}"/>
              </a:ext>
            </a:extLst>
          </p:cNvPr>
          <p:cNvSpPr>
            <a:spLocks xmlns:a="http://schemas.openxmlformats.org/drawingml/2006/main" noGrp="1"/>
          </p:cNvSpPr>
          <p:nvPr/>
        </p:nvSpPr>
        <p:spPr>
          <a:xfrm xmlns:a="http://schemas.openxmlformats.org/drawingml/2006/main">
            <a:off x="2169275" y="3433925"/>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100" b="0">
                <a:solidFill>
                  <a:srgbClr val="202124"/>
                </a:solidFill>
                <a:latin typeface="Google Sans"/>
                <a:ea typeface="Google Sans"/>
                <a:cs typeface="Google Sans"/>
              </a:defRPr>
            </a:defPPr>
            <a:lvl1pPr>
              <a:defRPr sz="1100" b="0">
                <a:solidFill>
                  <a:srgbClr val="202124"/>
                </a:solidFill>
                <a:latin typeface="Google Sans"/>
                <a:ea typeface="Google Sans"/>
                <a:cs typeface="Google Sans"/>
              </a:defRPr>
            </a:lvl1pPr>
            <a:lvl2pPr>
              <a:defRPr sz="1100" b="0">
                <a:solidFill>
                  <a:srgbClr val="202124"/>
                </a:solidFill>
                <a:latin typeface="Google Sans"/>
                <a:ea typeface="Google Sans"/>
                <a:cs typeface="Google Sans"/>
              </a:defRPr>
            </a:lvl2pPr>
            <a:lvl3pPr>
              <a:defRPr sz="1100" b="0">
                <a:solidFill>
                  <a:srgbClr val="202124"/>
                </a:solidFill>
                <a:latin typeface="Google Sans"/>
                <a:ea typeface="Google Sans"/>
                <a:cs typeface="Google Sans"/>
              </a:defRPr>
            </a:lvl3pPr>
            <a:lvl4pPr>
              <a:defRPr sz="1100" b="0">
                <a:solidFill>
                  <a:srgbClr val="202124"/>
                </a:solidFill>
                <a:latin typeface="Google Sans"/>
                <a:ea typeface="Google Sans"/>
                <a:cs typeface="Google Sans"/>
              </a:defRPr>
            </a:lvl4pPr>
            <a:lvl5pPr>
              <a:defRPr sz="1100" b="0">
                <a:solidFill>
                  <a:srgbClr val="202124"/>
                </a:solidFill>
                <a:latin typeface="Google Sans"/>
                <a:ea typeface="Google Sans"/>
                <a:cs typeface="Google Sans"/>
              </a:defRPr>
            </a:lvl5pPr>
            <a:lvl6pPr>
              <a:defRPr sz="1100" b="0">
                <a:solidFill>
                  <a:srgbClr val="202124"/>
                </a:solidFill>
                <a:latin typeface="Google Sans"/>
                <a:ea typeface="Google Sans"/>
                <a:cs typeface="Google Sans"/>
              </a:defRPr>
            </a:lvl6pPr>
            <a:lvl7pPr>
              <a:defRPr sz="1100" b="0">
                <a:solidFill>
                  <a:srgbClr val="202124"/>
                </a:solidFill>
                <a:latin typeface="Google Sans"/>
                <a:ea typeface="Google Sans"/>
                <a:cs typeface="Google Sans"/>
              </a:defRPr>
            </a:lvl7pPr>
            <a:lvl8pPr>
              <a:defRPr sz="1100" b="0">
                <a:solidFill>
                  <a:srgbClr val="202124"/>
                </a:solidFill>
                <a:latin typeface="Google Sans"/>
                <a:ea typeface="Google Sans"/>
                <a:cs typeface="Google Sans"/>
              </a:defRPr>
            </a:lvl8pPr>
            <a:lvl9pPr>
              <a:defRPr sz="1100" b="0">
                <a:solidFill>
                  <a:srgbClr val="202124"/>
                </a:solidFill>
                <a:latin typeface="Google Sans"/>
                <a:ea typeface="Google Sans"/>
                <a:cs typeface="Google Sans"/>
              </a:defRPr>
            </a:lvl9pPr>
          </a:lstStyle>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chemeClr val="lt1"/>
                </a:highlight>
                <a:latin typeface="Google Sans"/>
                <a:ea typeface="Google Sans"/>
                <a:cs typeface="Google Sans"/>
              </a:rPr>
              <a:t>Kidney &amp; Urinary Health reaches 200,545 median views across ten videos. Food, Herbs &amp; Supplements reaches 189,720 across 43, Brain &amp; Mental Health 176,902 across 13, and Digestive Health 122,212 across 21. These groups provide useful comparison cases.</a:t>
            </a:r>
            <a:endParaRPr sz="1100">
              <a:latin typeface="Google Sans"/>
              <a:ea typeface="Google Sans"/>
              <a:cs typeface="Google Sans"/>
            </a:endParaRPr>
          </a:p>
        </p:txBody>
      </p:sp>
      <p:sp>
        <p:nvSpPr>
          <p:cNvPr id="194" name="Google Shape;194;p8">
            <a:extLst xmlns:a="http://schemas.openxmlformats.org/drawingml/2006/main">
              <a:ext uri="{FF2B5EF4-FFF2-40B4-BE49-F238E27FC236}">
                <a16:creationId xmlns:a16="http://schemas.microsoft.com/office/drawing/2014/main" id="{FC62CC95-EBB4-49DB-8D5B-675C743F079D}"/>
              </a:ext>
            </a:extLst>
          </p:cNvPr>
          <p:cNvSpPr>
            <a:spLocks xmlns:a="http://schemas.openxmlformats.org/drawingml/2006/main" noGrp="1"/>
          </p:cNvSpPr>
          <p:nvPr/>
        </p:nvSpPr>
        <p:spPr>
          <a:xfrm xmlns:a="http://schemas.openxmlformats.org/drawingml/2006/main">
            <a:off x="335300" y="7045400"/>
            <a:ext cx="39690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t/>
            </a:r>
            <a:endParaRPr sz="1200">
              <a:latin typeface="Google Sans"/>
              <a:ea typeface="Google Sans"/>
              <a:cs typeface="Google Sans"/>
            </a:endParaRPr>
          </a:p>
        </p:txBody>
      </p:sp>
      <p:sp>
        <p:nvSpPr>
          <p:cNvPr id="195" name="Google Shape;195;p8">
            <a:extLst xmlns:a="http://schemas.openxmlformats.org/drawingml/2006/main">
              <a:ext uri="{FF2B5EF4-FFF2-40B4-BE49-F238E27FC236}">
                <a16:creationId xmlns:a16="http://schemas.microsoft.com/office/drawing/2014/main" id="{69AF36A7-FC8B-45FB-BB5E-2D5966AEE905}"/>
              </a:ext>
            </a:extLst>
          </p:cNvPr>
          <p:cNvSpPr>
            <a:spLocks xmlns:a="http://schemas.openxmlformats.org/drawingml/2006/main" noGrp="1"/>
          </p:cNvSpPr>
          <p:nvPr/>
        </p:nvSpPr>
        <p:spPr>
          <a:xfrm xmlns:a="http://schemas.openxmlformats.org/drawingml/2006/main">
            <a:off x="335300" y="8530900"/>
            <a:ext cx="6999600" cy="82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100" b="0">
                <a:solidFill>
                  <a:srgbClr val="202124"/>
                </a:solidFill>
                <a:latin typeface="Google Sans"/>
                <a:ea typeface="Google Sans"/>
                <a:cs typeface="Google Sans"/>
              </a:defRPr>
            </a:defPPr>
            <a:lvl1pPr>
              <a:defRPr sz="1100" b="0">
                <a:solidFill>
                  <a:srgbClr val="202124"/>
                </a:solidFill>
                <a:latin typeface="Google Sans"/>
                <a:ea typeface="Google Sans"/>
                <a:cs typeface="Google Sans"/>
              </a:defRPr>
            </a:lvl1pPr>
            <a:lvl2pPr>
              <a:defRPr sz="1100" b="0">
                <a:solidFill>
                  <a:srgbClr val="202124"/>
                </a:solidFill>
                <a:latin typeface="Google Sans"/>
                <a:ea typeface="Google Sans"/>
                <a:cs typeface="Google Sans"/>
              </a:defRPr>
            </a:lvl2pPr>
            <a:lvl3pPr>
              <a:defRPr sz="1100" b="0">
                <a:solidFill>
                  <a:srgbClr val="202124"/>
                </a:solidFill>
                <a:latin typeface="Google Sans"/>
                <a:ea typeface="Google Sans"/>
                <a:cs typeface="Google Sans"/>
              </a:defRPr>
            </a:lvl3pPr>
            <a:lvl4pPr>
              <a:defRPr sz="1100" b="0">
                <a:solidFill>
                  <a:srgbClr val="202124"/>
                </a:solidFill>
                <a:latin typeface="Google Sans"/>
                <a:ea typeface="Google Sans"/>
                <a:cs typeface="Google Sans"/>
              </a:defRPr>
            </a:lvl4pPr>
            <a:lvl5pPr>
              <a:defRPr sz="1100" b="0">
                <a:solidFill>
                  <a:srgbClr val="202124"/>
                </a:solidFill>
                <a:latin typeface="Google Sans"/>
                <a:ea typeface="Google Sans"/>
                <a:cs typeface="Google Sans"/>
              </a:defRPr>
            </a:lvl5pPr>
            <a:lvl6pPr>
              <a:defRPr sz="1100" b="0">
                <a:solidFill>
                  <a:srgbClr val="202124"/>
                </a:solidFill>
                <a:latin typeface="Google Sans"/>
                <a:ea typeface="Google Sans"/>
                <a:cs typeface="Google Sans"/>
              </a:defRPr>
            </a:lvl6pPr>
            <a:lvl7pPr>
              <a:defRPr sz="1100" b="0">
                <a:solidFill>
                  <a:srgbClr val="202124"/>
                </a:solidFill>
                <a:latin typeface="Google Sans"/>
                <a:ea typeface="Google Sans"/>
                <a:cs typeface="Google Sans"/>
              </a:defRPr>
            </a:lvl7pPr>
            <a:lvl8pPr>
              <a:defRPr sz="1100" b="0">
                <a:solidFill>
                  <a:srgbClr val="202124"/>
                </a:solidFill>
                <a:latin typeface="Google Sans"/>
                <a:ea typeface="Google Sans"/>
                <a:cs typeface="Google Sans"/>
              </a:defRPr>
            </a:lvl8pPr>
            <a:lvl9pPr>
              <a:defRPr sz="1100" b="0">
                <a:solidFill>
                  <a:srgbClr val="202124"/>
                </a:solidFill>
                <a:latin typeface="Google Sans"/>
                <a:ea typeface="Google Sans"/>
                <a:cs typeface="Google Sans"/>
              </a:defRPr>
            </a:lvl9pPr>
          </a:lstStyle>
          <a:p xmlns:a="http://schemas.openxmlformats.org/drawingml/2006/main">
            <a:pPr marL="457200" lvl="0" indent="-298450" algn="l">
              <a:spcBef>
                <a:spcPts val="0"/>
              </a:spcBef>
              <a:spcAft>
                <a:spcPts val="0"/>
              </a:spcAft>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Compare higher- and lower-viewed videos within these categories before choosing test ideas. Keep video counts visible in Tableau. Differences from earlier publication cohorts may reflect unequal exposure or content mix and do not prove declining audience interest.</a:t>
            </a:r>
            <a:endParaRPr sz="1100" b="1">
              <a:latin typeface="Google Sans"/>
              <a:ea typeface="Google Sans"/>
              <a:cs typeface="Google Sans"/>
            </a:endParaRPr>
          </a:p>
        </p:txBody>
      </p:sp>
      <p:sp>
        <p:nvSpPr>
          <p:cNvPr id="196" name="Google Shape;196;p8">
            <a:extLst xmlns:a="http://schemas.openxmlformats.org/drawingml/2006/main">
              <a:ext uri="{FF2B5EF4-FFF2-40B4-BE49-F238E27FC236}">
                <a16:creationId xmlns:a16="http://schemas.microsoft.com/office/drawing/2014/main" id="{B3256E46-8520-45AC-9097-71C7511E4729}"/>
              </a:ext>
            </a:extLst>
          </p:cNvPr>
          <p:cNvSpPr>
            <a:spLocks xmlns:a="http://schemas.openxmlformats.org/drawingml/2006/main" noGrp="1"/>
          </p:cNvSpPr>
          <p:nvPr/>
        </p:nvSpPr>
        <p:spPr>
          <a:xfrm xmlns:a="http://schemas.openxmlformats.org/drawingml/2006/main">
            <a:off x="4554000" y="4662075"/>
            <a:ext cx="2504100" cy="64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SzPts val="358"/>
              <a:buNone/>
            </a:pPr>
            <a:r>
              <a:t/>
            </a:r>
            <a:endParaRPr sz="657" i="1">
              <a:solidFill>
                <a:srgbClr val="000000"/>
              </a:solidFill>
              <a:latin typeface="Lato"/>
              <a:ea typeface="Lato"/>
              <a:cs typeface="Lato"/>
            </a:endParaRPr>
          </a:p>
        </p:txBody>
      </p:sp>
      <p:pic>
        <p:nvPicPr>
          <p:cNvPr id="197" name="">
            <a:extLst xmlns:a="http://schemas.openxmlformats.org/drawingml/2006/main">
              <a:ext uri="{FF2B5EF4-FFF2-40B4-BE49-F238E27FC236}">
                <a16:creationId xmlns:a16="http://schemas.microsoft.com/office/drawing/2014/main" id="{CEC45BB2-55B0-4774-9DF8-3865DFB37B17}"/>
              </a:ext>
            </a:extLst>
          </p:cNvPr>
          <p:cNvPicPr>
            <a:picLocks xmlns:a="http://schemas.openxmlformats.org/drawingml/2006/main" noChangeAspect="1"/>
          </p:cNvPicPr>
          <p:nvPr/>
        </p:nvPicPr>
        <p:blipFill>
          <a:blip xmlns:r="http://schemas.openxmlformats.org/officeDocument/2006/relationships" xmlns:a="http://schemas.openxmlformats.org/drawingml/2006/main" r:embed="R3bc4ac67206140e7"/>
          <a:stretch xmlns:a="http://schemas.openxmlformats.org/drawingml/2006/main"/>
        </p:blipFill>
        <p:spPr>
          <a:xfrm xmlns:a="http://schemas.openxmlformats.org/drawingml/2006/main">
            <a:off x="1715112" y="5048250"/>
            <a:ext cx="4342175" cy="3143250"/>
          </a:xfrm>
          <a:prstGeom xmlns:a="http://schemas.openxmlformats.org/drawingml/2006/main" prst="rect">
            <a:avLst/>
          </a:prstGeom>
        </p:spPr>
      </p:pic>
    </p:spTree>
    <p:extLst>
      <p:ext uri="{BB962C8B-B14F-4D97-AF65-F5344CB8AC3E}">
        <p14:creationId xmlns:p14="http://schemas.microsoft.com/office/powerpoint/2010/main" val="178595338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87" name="Google Shape;187;p8">
            <a:extLst xmlns:a="http://schemas.openxmlformats.org/drawingml/2006/main">
              <a:ext uri="{FF2B5EF4-FFF2-40B4-BE49-F238E27FC236}">
                <a16:creationId xmlns:a16="http://schemas.microsoft.com/office/drawing/2014/main" id="{01B5B5CF-B7BF-416D-8B3A-4BA57390D468}"/>
              </a:ext>
            </a:extLst>
          </p:cNvPr>
          <p:cNvSpPr>
            <a:spLocks xmlns:a="http://schemas.openxmlformats.org/drawingml/2006/main" noGrp="1"/>
          </p:cNvSpPr>
          <p:nvPr/>
        </p:nvSpPr>
        <p:spPr>
          <a:xfrm xmlns:a="http://schemas.openxmlformats.org/drawingml/2006/main">
            <a:off x="159875" y="441000"/>
            <a:ext cx="7458900" cy="4217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725" b="1">
                <a:solidFill>
                  <a:srgbClr val="202124"/>
                </a:solidFill>
                <a:latin typeface="Google Sans"/>
                <a:ea typeface="Google Sans"/>
                <a:cs typeface="Google Sans"/>
              </a:defRPr>
            </a:defPPr>
            <a:lvl1pPr>
              <a:defRPr sz="1725" b="1">
                <a:solidFill>
                  <a:srgbClr val="202124"/>
                </a:solidFill>
                <a:latin typeface="Google Sans"/>
                <a:ea typeface="Google Sans"/>
                <a:cs typeface="Google Sans"/>
              </a:defRPr>
            </a:lvl1pPr>
            <a:lvl2pPr>
              <a:defRPr sz="1725" b="1">
                <a:solidFill>
                  <a:srgbClr val="202124"/>
                </a:solidFill>
                <a:latin typeface="Google Sans"/>
                <a:ea typeface="Google Sans"/>
                <a:cs typeface="Google Sans"/>
              </a:defRPr>
            </a:lvl2pPr>
            <a:lvl3pPr>
              <a:defRPr sz="1725" b="1">
                <a:solidFill>
                  <a:srgbClr val="202124"/>
                </a:solidFill>
                <a:latin typeface="Google Sans"/>
                <a:ea typeface="Google Sans"/>
                <a:cs typeface="Google Sans"/>
              </a:defRPr>
            </a:lvl3pPr>
            <a:lvl4pPr>
              <a:defRPr sz="1725" b="1">
                <a:solidFill>
                  <a:srgbClr val="202124"/>
                </a:solidFill>
                <a:latin typeface="Google Sans"/>
                <a:ea typeface="Google Sans"/>
                <a:cs typeface="Google Sans"/>
              </a:defRPr>
            </a:lvl4pPr>
            <a:lvl5pPr>
              <a:defRPr sz="1725" b="1">
                <a:solidFill>
                  <a:srgbClr val="202124"/>
                </a:solidFill>
                <a:latin typeface="Google Sans"/>
                <a:ea typeface="Google Sans"/>
                <a:cs typeface="Google Sans"/>
              </a:defRPr>
            </a:lvl5pPr>
            <a:lvl6pPr>
              <a:defRPr sz="1725" b="1">
                <a:solidFill>
                  <a:srgbClr val="202124"/>
                </a:solidFill>
                <a:latin typeface="Google Sans"/>
                <a:ea typeface="Google Sans"/>
                <a:cs typeface="Google Sans"/>
              </a:defRPr>
            </a:lvl6pPr>
            <a:lvl7pPr>
              <a:defRPr sz="1725" b="1">
                <a:solidFill>
                  <a:srgbClr val="202124"/>
                </a:solidFill>
                <a:latin typeface="Google Sans"/>
                <a:ea typeface="Google Sans"/>
                <a:cs typeface="Google Sans"/>
              </a:defRPr>
            </a:lvl7pPr>
            <a:lvl8pPr>
              <a:defRPr sz="1725" b="1">
                <a:solidFill>
                  <a:srgbClr val="202124"/>
                </a:solidFill>
                <a:latin typeface="Google Sans"/>
                <a:ea typeface="Google Sans"/>
                <a:cs typeface="Google Sans"/>
              </a:defRPr>
            </a:lvl8pPr>
            <a:lvl9pPr>
              <a:defRPr sz="1725" b="1">
                <a:solidFill>
                  <a:srgbClr val="202124"/>
                </a:solidFill>
                <a:latin typeface="Google Sans"/>
                <a:ea typeface="Google Sans"/>
                <a:cs typeface="Google Sans"/>
              </a:defRPr>
            </a:lvl9pPr>
          </a:lstStyle>
          <a:p xmlns:a="http://schemas.openxmlformats.org/drawingml/2006/main">
            <a:pPr marL="0" lvl="0" indent="0" algn="ctr">
              <a:lnSpc>
                <a:spcPct val="95000"/>
              </a:lnSpc>
              <a:spcBef>
                <a:spcPts val="0"/>
              </a:spcBef>
              <a:spcAft>
                <a:spcPts val="0"/>
              </a:spcAft>
              <a:buClr>
                <a:schemeClr val="dk1"/>
              </a:buClr>
              <a:buSzPts val="1100"/>
              <a:buFont typeface="Arial"/>
              <a:buNone/>
              <a:defRPr sz="1725" b="1">
                <a:solidFill>
                  <a:srgbClr val="202124"/>
                </a:solidFill>
                <a:latin typeface="Google Sans"/>
                <a:ea typeface="Google Sans"/>
                <a:cs typeface="Google Sans"/>
              </a:defRPr>
            </a:pPr>
            <a:r>
              <a:rPr sz="1725" b="1">
                <a:solidFill>
                  <a:srgbClr val="202124"/>
                </a:solidFill>
                <a:latin typeface="Google Sans"/>
                <a:ea typeface="Google Sans"/>
                <a:cs typeface="Google Sans"/>
              </a:rPr>
              <a:t>2024 Category Performance</a:t>
            </a:r>
            <a:endParaRPr sz="2100" b="1">
              <a:latin typeface="Google Sans"/>
              <a:ea typeface="Google Sans"/>
              <a:cs typeface="Google Sans"/>
            </a:endParaRPr>
          </a:p>
        </p:txBody>
      </p:sp>
      <p:sp>
        <p:nvSpPr>
          <p:cNvPr id="188" name="Google Shape;188;p8">
            <a:extLst xmlns:a="http://schemas.openxmlformats.org/drawingml/2006/main">
              <a:ext uri="{FF2B5EF4-FFF2-40B4-BE49-F238E27FC236}">
                <a16:creationId xmlns:a16="http://schemas.microsoft.com/office/drawing/2014/main" id="{1C4B4964-177A-4BBB-B918-A8DFFBD302FA}"/>
              </a:ext>
            </a:extLst>
          </p:cNvPr>
          <p:cNvSpPr>
            <a:spLocks xmlns:a="http://schemas.openxmlformats.org/drawingml/2006/main" noGrp="1"/>
          </p:cNvSpPr>
          <p:nvPr/>
        </p:nvSpPr>
        <p:spPr>
          <a:xfrm xmlns:a="http://schemas.openxmlformats.org/drawingml/2006/main">
            <a:off x="1763100" y="948050"/>
            <a:ext cx="4246200" cy="7558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050" b="0">
                <a:solidFill>
                  <a:srgbClr val="202124"/>
                </a:solidFill>
                <a:latin typeface="PT Sans Narrow"/>
                <a:ea typeface="PT Sans Narrow"/>
                <a:cs typeface="PT Sans Narrow"/>
              </a:defRPr>
            </a:defPPr>
            <a:lvl1pPr>
              <a:defRPr sz="1050" b="0">
                <a:solidFill>
                  <a:srgbClr val="202124"/>
                </a:solidFill>
                <a:latin typeface="PT Sans Narrow"/>
                <a:ea typeface="PT Sans Narrow"/>
                <a:cs typeface="PT Sans Narrow"/>
              </a:defRPr>
            </a:lvl1pPr>
            <a:lvl2pPr>
              <a:defRPr sz="1050" b="0">
                <a:solidFill>
                  <a:srgbClr val="202124"/>
                </a:solidFill>
                <a:latin typeface="PT Sans Narrow"/>
                <a:ea typeface="PT Sans Narrow"/>
                <a:cs typeface="PT Sans Narrow"/>
              </a:defRPr>
            </a:lvl2pPr>
            <a:lvl3pPr>
              <a:defRPr sz="1050" b="0">
                <a:solidFill>
                  <a:srgbClr val="202124"/>
                </a:solidFill>
                <a:latin typeface="PT Sans Narrow"/>
                <a:ea typeface="PT Sans Narrow"/>
                <a:cs typeface="PT Sans Narrow"/>
              </a:defRPr>
            </a:lvl3pPr>
            <a:lvl4pPr>
              <a:defRPr sz="1050" b="0">
                <a:solidFill>
                  <a:srgbClr val="202124"/>
                </a:solidFill>
                <a:latin typeface="PT Sans Narrow"/>
                <a:ea typeface="PT Sans Narrow"/>
                <a:cs typeface="PT Sans Narrow"/>
              </a:defRPr>
            </a:lvl4pPr>
            <a:lvl5pPr>
              <a:defRPr sz="1050" b="0">
                <a:solidFill>
                  <a:srgbClr val="202124"/>
                </a:solidFill>
                <a:latin typeface="PT Sans Narrow"/>
                <a:ea typeface="PT Sans Narrow"/>
                <a:cs typeface="PT Sans Narrow"/>
              </a:defRPr>
            </a:lvl5pPr>
            <a:lvl6pPr>
              <a:defRPr sz="1050" b="0">
                <a:solidFill>
                  <a:srgbClr val="202124"/>
                </a:solidFill>
                <a:latin typeface="PT Sans Narrow"/>
                <a:ea typeface="PT Sans Narrow"/>
                <a:cs typeface="PT Sans Narrow"/>
              </a:defRPr>
            </a:lvl6pPr>
            <a:lvl7pPr>
              <a:defRPr sz="1050" b="0">
                <a:solidFill>
                  <a:srgbClr val="202124"/>
                </a:solidFill>
                <a:latin typeface="PT Sans Narrow"/>
                <a:ea typeface="PT Sans Narrow"/>
                <a:cs typeface="PT Sans Narrow"/>
              </a:defRPr>
            </a:lvl7pPr>
            <a:lvl8pPr>
              <a:defRPr sz="1050" b="0">
                <a:solidFill>
                  <a:srgbClr val="202124"/>
                </a:solidFill>
                <a:latin typeface="PT Sans Narrow"/>
                <a:ea typeface="PT Sans Narrow"/>
                <a:cs typeface="PT Sans Narrow"/>
              </a:defRPr>
            </a:lvl8pPr>
            <a:lvl9pPr>
              <a:defRPr sz="1050" b="0">
                <a:solidFill>
                  <a:srgbClr val="202124"/>
                </a:solidFill>
                <a:latin typeface="PT Sans Narrow"/>
                <a:ea typeface="PT Sans Narrow"/>
                <a:cs typeface="PT Sans Narrow"/>
              </a:defRPr>
            </a:lvl9pPr>
          </a:lstStyle>
          <a:p xmlns:a="http://schemas.openxmlformats.org/drawingml/2006/main">
            <a:pPr marL="0" lvl="0" indent="0" algn="ctr">
              <a:lnSpc>
                <a:spcPct val="115000"/>
              </a:lnSpc>
              <a:spcBef>
                <a:spcPts val="0"/>
              </a:spcBef>
              <a:spcAft>
                <a:spcPts val="1200"/>
              </a:spcAft>
              <a:buNone/>
              <a:defRPr sz="1050" b="0">
                <a:solidFill>
                  <a:srgbClr val="202124"/>
                </a:solidFill>
                <a:latin typeface="PT Sans Narrow"/>
                <a:ea typeface="PT Sans Narrow"/>
                <a:cs typeface="PT Sans Narrow"/>
              </a:defRPr>
            </a:pPr>
            <a:r>
              <a:rPr sz="1050" b="0">
                <a:solidFill>
                  <a:srgbClr val="202124"/>
                </a:solidFill>
                <a:latin typeface="PT Sans Narrow"/>
                <a:ea typeface="PT Sans Narrow"/>
                <a:cs typeface="PT Sans Narrow"/>
              </a:rPr>
              <a:t>Category analysis by Marco Cruz · Executive summary 3 of 5</a:t>
            </a:r>
            <a:endParaRPr sz="1200">
              <a:solidFill>
                <a:srgbClr val="000000"/>
              </a:solidFill>
              <a:latin typeface="PT Sans Narrow"/>
              <a:ea typeface="PT Sans Narrow"/>
              <a:cs typeface="PT Sans Narrow"/>
            </a:endParaRPr>
          </a:p>
        </p:txBody>
      </p:sp>
      <p:sp>
        <p:nvSpPr>
          <p:cNvPr id="189" name="Google Shape;189;p8">
            <a:extLst xmlns:a="http://schemas.openxmlformats.org/drawingml/2006/main">
              <a:ext uri="{FF2B5EF4-FFF2-40B4-BE49-F238E27FC236}">
                <a16:creationId xmlns:a16="http://schemas.microsoft.com/office/drawing/2014/main" id="{5CF8A6C7-53B8-4537-9825-894434CDEAA2}"/>
              </a:ext>
            </a:extLst>
          </p:cNvPr>
          <p:cNvSpPr>
            <a:spLocks xmlns:a="http://schemas.openxmlformats.org/drawingml/2006/main" noGrp="1"/>
          </p:cNvSpPr>
          <p:nvPr/>
        </p:nvSpPr>
        <p:spPr>
          <a:xfrm xmlns:a="http://schemas.openxmlformats.org/drawingml/2006/main">
            <a:off x="2169275" y="1437300"/>
            <a:ext cx="5449500" cy="12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100" b="0">
                <a:solidFill>
                  <a:srgbClr val="202124"/>
                </a:solidFill>
                <a:latin typeface="Google Sans"/>
                <a:ea typeface="Google Sans"/>
                <a:cs typeface="Google Sans"/>
              </a:defRPr>
            </a:defPPr>
            <a:lvl1pPr>
              <a:defRPr sz="1100" b="0">
                <a:solidFill>
                  <a:srgbClr val="202124"/>
                </a:solidFill>
                <a:latin typeface="Google Sans"/>
                <a:ea typeface="Google Sans"/>
                <a:cs typeface="Google Sans"/>
              </a:defRPr>
            </a:lvl1pPr>
            <a:lvl2pPr>
              <a:defRPr sz="1100" b="0">
                <a:solidFill>
                  <a:srgbClr val="202124"/>
                </a:solidFill>
                <a:latin typeface="Google Sans"/>
                <a:ea typeface="Google Sans"/>
                <a:cs typeface="Google Sans"/>
              </a:defRPr>
            </a:lvl2pPr>
            <a:lvl3pPr>
              <a:defRPr sz="1100" b="0">
                <a:solidFill>
                  <a:srgbClr val="202124"/>
                </a:solidFill>
                <a:latin typeface="Google Sans"/>
                <a:ea typeface="Google Sans"/>
                <a:cs typeface="Google Sans"/>
              </a:defRPr>
            </a:lvl3pPr>
            <a:lvl4pPr>
              <a:defRPr sz="1100" b="0">
                <a:solidFill>
                  <a:srgbClr val="202124"/>
                </a:solidFill>
                <a:latin typeface="Google Sans"/>
                <a:ea typeface="Google Sans"/>
                <a:cs typeface="Google Sans"/>
              </a:defRPr>
            </a:lvl4pPr>
            <a:lvl5pPr>
              <a:defRPr sz="1100" b="0">
                <a:solidFill>
                  <a:srgbClr val="202124"/>
                </a:solidFill>
                <a:latin typeface="Google Sans"/>
                <a:ea typeface="Google Sans"/>
                <a:cs typeface="Google Sans"/>
              </a:defRPr>
            </a:lvl5pPr>
            <a:lvl6pPr>
              <a:defRPr sz="1100" b="0">
                <a:solidFill>
                  <a:srgbClr val="202124"/>
                </a:solidFill>
                <a:latin typeface="Google Sans"/>
                <a:ea typeface="Google Sans"/>
                <a:cs typeface="Google Sans"/>
              </a:defRPr>
            </a:lvl6pPr>
            <a:lvl7pPr>
              <a:defRPr sz="1100" b="0">
                <a:solidFill>
                  <a:srgbClr val="202124"/>
                </a:solidFill>
                <a:latin typeface="Google Sans"/>
                <a:ea typeface="Google Sans"/>
                <a:cs typeface="Google Sans"/>
              </a:defRPr>
            </a:lvl7pPr>
            <a:lvl8pPr>
              <a:defRPr sz="1100" b="0">
                <a:solidFill>
                  <a:srgbClr val="202124"/>
                </a:solidFill>
                <a:latin typeface="Google Sans"/>
                <a:ea typeface="Google Sans"/>
                <a:cs typeface="Google Sans"/>
              </a:defRPr>
            </a:lvl8pPr>
            <a:lvl9pPr>
              <a:defRPr sz="1100" b="0">
                <a:solidFill>
                  <a:srgbClr val="202124"/>
                </a:solidFill>
                <a:latin typeface="Google Sans"/>
                <a:ea typeface="Google Sans"/>
                <a:cs typeface="Google Sans"/>
              </a:defRPr>
            </a:lvl9pPr>
          </a:lstStyle>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rgbClr val="FFFFFF"/>
                </a:highlight>
                <a:latin typeface="Google Sans"/>
                <a:ea typeface="Google Sans"/>
                <a:cs typeface="Google Sans"/>
              </a:rPr>
              <a:t>Metabolic &amp; Hormonal Health leads the 2024 publication cohort with a median of 2,093,848 lifetime views. Brain &amp; Mental Health follows at 1,300,181 and Heart &amp; Circulation at 957,325. Each of these categories contains only two videos.</a:t>
            </a:r>
            <a:endParaRPr sz="1100">
              <a:solidFill>
                <a:schemeClr val="dk1"/>
              </a:solidFill>
              <a:latin typeface="Google Sans"/>
              <a:ea typeface="Google Sans"/>
              <a:cs typeface="Google Sans"/>
            </a:endParaRPr>
          </a:p>
        </p:txBody>
      </p:sp>
      <p:sp>
        <p:nvSpPr>
          <p:cNvPr id="191" name="Google Shape;191;p8">
            <a:extLst xmlns:a="http://schemas.openxmlformats.org/drawingml/2006/main">
              <a:ext uri="{FF2B5EF4-FFF2-40B4-BE49-F238E27FC236}">
                <a16:creationId xmlns:a16="http://schemas.microsoft.com/office/drawing/2014/main" id="{E2B07DF2-9EE8-49FF-B9D6-B6187B026BEB}"/>
              </a:ext>
            </a:extLst>
          </p:cNvPr>
          <p:cNvSpPr>
            <a:spLocks xmlns:a="http://schemas.openxmlformats.org/drawingml/2006/main" noGrp="1"/>
          </p:cNvSpPr>
          <p:nvPr/>
        </p:nvSpPr>
        <p:spPr>
          <a:xfrm xmlns:a="http://schemas.openxmlformats.org/drawingml/2006/main">
            <a:off x="2169275" y="2430200"/>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100" b="0">
                <a:solidFill>
                  <a:srgbClr val="202124"/>
                </a:solidFill>
                <a:latin typeface="Google Sans"/>
                <a:ea typeface="Google Sans"/>
                <a:cs typeface="Google Sans"/>
              </a:defRPr>
            </a:defPPr>
            <a:lvl1pPr>
              <a:defRPr sz="1100" b="0">
                <a:solidFill>
                  <a:srgbClr val="202124"/>
                </a:solidFill>
                <a:latin typeface="Google Sans"/>
                <a:ea typeface="Google Sans"/>
                <a:cs typeface="Google Sans"/>
              </a:defRPr>
            </a:lvl1pPr>
            <a:lvl2pPr>
              <a:defRPr sz="1100" b="0">
                <a:solidFill>
                  <a:srgbClr val="202124"/>
                </a:solidFill>
                <a:latin typeface="Google Sans"/>
                <a:ea typeface="Google Sans"/>
                <a:cs typeface="Google Sans"/>
              </a:defRPr>
            </a:lvl2pPr>
            <a:lvl3pPr>
              <a:defRPr sz="1100" b="0">
                <a:solidFill>
                  <a:srgbClr val="202124"/>
                </a:solidFill>
                <a:latin typeface="Google Sans"/>
                <a:ea typeface="Google Sans"/>
                <a:cs typeface="Google Sans"/>
              </a:defRPr>
            </a:lvl3pPr>
            <a:lvl4pPr>
              <a:defRPr sz="1100" b="0">
                <a:solidFill>
                  <a:srgbClr val="202124"/>
                </a:solidFill>
                <a:latin typeface="Google Sans"/>
                <a:ea typeface="Google Sans"/>
                <a:cs typeface="Google Sans"/>
              </a:defRPr>
            </a:lvl4pPr>
            <a:lvl5pPr>
              <a:defRPr sz="1100" b="0">
                <a:solidFill>
                  <a:srgbClr val="202124"/>
                </a:solidFill>
                <a:latin typeface="Google Sans"/>
                <a:ea typeface="Google Sans"/>
                <a:cs typeface="Google Sans"/>
              </a:defRPr>
            </a:lvl5pPr>
            <a:lvl6pPr>
              <a:defRPr sz="1100" b="0">
                <a:solidFill>
                  <a:srgbClr val="202124"/>
                </a:solidFill>
                <a:latin typeface="Google Sans"/>
                <a:ea typeface="Google Sans"/>
                <a:cs typeface="Google Sans"/>
              </a:defRPr>
            </a:lvl6pPr>
            <a:lvl7pPr>
              <a:defRPr sz="1100" b="0">
                <a:solidFill>
                  <a:srgbClr val="202124"/>
                </a:solidFill>
                <a:latin typeface="Google Sans"/>
                <a:ea typeface="Google Sans"/>
                <a:cs typeface="Google Sans"/>
              </a:defRPr>
            </a:lvl7pPr>
            <a:lvl8pPr>
              <a:defRPr sz="1100" b="0">
                <a:solidFill>
                  <a:srgbClr val="202124"/>
                </a:solidFill>
                <a:latin typeface="Google Sans"/>
                <a:ea typeface="Google Sans"/>
                <a:cs typeface="Google Sans"/>
              </a:defRPr>
            </a:lvl8pPr>
            <a:lvl9pPr>
              <a:defRPr sz="1100" b="0">
                <a:solidFill>
                  <a:srgbClr val="202124"/>
                </a:solidFill>
                <a:latin typeface="Google Sans"/>
                <a:ea typeface="Google Sans"/>
                <a:cs typeface="Google Sans"/>
              </a:defRPr>
            </a:lvl9pPr>
          </a:lstStyle>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The largest bars summarize six videos in total. Their rankings are sensitive to individual results, and a two-video median equals the mean. Expanding production solely on these ranks would assume repeatability that this export cannot demonstrate.</a:t>
            </a:r>
            <a:endParaRPr sz="1100">
              <a:latin typeface="Google Sans"/>
              <a:ea typeface="Google Sans"/>
              <a:cs typeface="Google Sans"/>
            </a:endParaRPr>
          </a:p>
        </p:txBody>
      </p:sp>
      <p:sp>
        <p:nvSpPr>
          <p:cNvPr id="192" name="Google Shape;192;p8">
            <a:extLst xmlns:a="http://schemas.openxmlformats.org/drawingml/2006/main">
              <a:ext uri="{FF2B5EF4-FFF2-40B4-BE49-F238E27FC236}">
                <a16:creationId xmlns:a16="http://schemas.microsoft.com/office/drawing/2014/main" id="{60C9E930-6147-4CFD-9E7D-4C8B3480BC35}"/>
              </a:ext>
            </a:extLst>
          </p:cNvPr>
          <p:cNvSpPr>
            <a:spLocks xmlns:a="http://schemas.openxmlformats.org/drawingml/2006/main" noGrp="1"/>
          </p:cNvSpPr>
          <p:nvPr/>
        </p:nvSpPr>
        <p:spPr>
          <a:xfrm xmlns:a="http://schemas.openxmlformats.org/drawingml/2006/main">
            <a:off x="2169275" y="3433925"/>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100" b="0">
                <a:solidFill>
                  <a:srgbClr val="202124"/>
                </a:solidFill>
                <a:latin typeface="Google Sans"/>
                <a:ea typeface="Google Sans"/>
                <a:cs typeface="Google Sans"/>
              </a:defRPr>
            </a:defPPr>
            <a:lvl1pPr>
              <a:defRPr sz="1100" b="0">
                <a:solidFill>
                  <a:srgbClr val="202124"/>
                </a:solidFill>
                <a:latin typeface="Google Sans"/>
                <a:ea typeface="Google Sans"/>
                <a:cs typeface="Google Sans"/>
              </a:defRPr>
            </a:lvl1pPr>
            <a:lvl2pPr>
              <a:defRPr sz="1100" b="0">
                <a:solidFill>
                  <a:srgbClr val="202124"/>
                </a:solidFill>
                <a:latin typeface="Google Sans"/>
                <a:ea typeface="Google Sans"/>
                <a:cs typeface="Google Sans"/>
              </a:defRPr>
            </a:lvl2pPr>
            <a:lvl3pPr>
              <a:defRPr sz="1100" b="0">
                <a:solidFill>
                  <a:srgbClr val="202124"/>
                </a:solidFill>
                <a:latin typeface="Google Sans"/>
                <a:ea typeface="Google Sans"/>
                <a:cs typeface="Google Sans"/>
              </a:defRPr>
            </a:lvl3pPr>
            <a:lvl4pPr>
              <a:defRPr sz="1100" b="0">
                <a:solidFill>
                  <a:srgbClr val="202124"/>
                </a:solidFill>
                <a:latin typeface="Google Sans"/>
                <a:ea typeface="Google Sans"/>
                <a:cs typeface="Google Sans"/>
              </a:defRPr>
            </a:lvl4pPr>
            <a:lvl5pPr>
              <a:defRPr sz="1100" b="0">
                <a:solidFill>
                  <a:srgbClr val="202124"/>
                </a:solidFill>
                <a:latin typeface="Google Sans"/>
                <a:ea typeface="Google Sans"/>
                <a:cs typeface="Google Sans"/>
              </a:defRPr>
            </a:lvl5pPr>
            <a:lvl6pPr>
              <a:defRPr sz="1100" b="0">
                <a:solidFill>
                  <a:srgbClr val="202124"/>
                </a:solidFill>
                <a:latin typeface="Google Sans"/>
                <a:ea typeface="Google Sans"/>
                <a:cs typeface="Google Sans"/>
              </a:defRPr>
            </a:lvl6pPr>
            <a:lvl7pPr>
              <a:defRPr sz="1100" b="0">
                <a:solidFill>
                  <a:srgbClr val="202124"/>
                </a:solidFill>
                <a:latin typeface="Google Sans"/>
                <a:ea typeface="Google Sans"/>
                <a:cs typeface="Google Sans"/>
              </a:defRPr>
            </a:lvl7pPr>
            <a:lvl8pPr>
              <a:defRPr sz="1100" b="0">
                <a:solidFill>
                  <a:srgbClr val="202124"/>
                </a:solidFill>
                <a:latin typeface="Google Sans"/>
                <a:ea typeface="Google Sans"/>
                <a:cs typeface="Google Sans"/>
              </a:defRPr>
            </a:lvl8pPr>
            <a:lvl9pPr>
              <a:defRPr sz="1100" b="0">
                <a:solidFill>
                  <a:srgbClr val="202124"/>
                </a:solidFill>
                <a:latin typeface="Google Sans"/>
                <a:ea typeface="Google Sans"/>
                <a:cs typeface="Google Sans"/>
              </a:defRPr>
            </a:lvl9pPr>
          </a:lstStyle>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chemeClr val="lt1"/>
                </a:highlight>
                <a:latin typeface="Google Sans"/>
                <a:ea typeface="Google Sans"/>
                <a:cs typeface="Google Sans"/>
              </a:rPr>
              <a:t>Food, Herbs &amp; Supplements records a median of 716,599 views across 26 videos, half of the 52 categorized videos published in 2024. Skin &amp; Hair Health records 398,761 across five. Food offers a larger set of examples for investigating the strong historical performance.</a:t>
            </a:r>
            <a:endParaRPr sz="1100">
              <a:latin typeface="Google Sans"/>
              <a:ea typeface="Google Sans"/>
              <a:cs typeface="Google Sans"/>
            </a:endParaRPr>
          </a:p>
        </p:txBody>
      </p:sp>
      <p:sp>
        <p:nvSpPr>
          <p:cNvPr id="194" name="Google Shape;194;p8">
            <a:extLst xmlns:a="http://schemas.openxmlformats.org/drawingml/2006/main">
              <a:ext uri="{FF2B5EF4-FFF2-40B4-BE49-F238E27FC236}">
                <a16:creationId xmlns:a16="http://schemas.microsoft.com/office/drawing/2014/main" id="{FC62CC95-EBB4-49DB-8D5B-675C743F079D}"/>
              </a:ext>
            </a:extLst>
          </p:cNvPr>
          <p:cNvSpPr>
            <a:spLocks xmlns:a="http://schemas.openxmlformats.org/drawingml/2006/main" noGrp="1"/>
          </p:cNvSpPr>
          <p:nvPr/>
        </p:nvSpPr>
        <p:spPr>
          <a:xfrm xmlns:a="http://schemas.openxmlformats.org/drawingml/2006/main">
            <a:off x="335300" y="7045400"/>
            <a:ext cx="39690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t/>
            </a:r>
            <a:endParaRPr sz="1200">
              <a:latin typeface="Google Sans"/>
              <a:ea typeface="Google Sans"/>
              <a:cs typeface="Google Sans"/>
            </a:endParaRPr>
          </a:p>
        </p:txBody>
      </p:sp>
      <p:sp>
        <p:nvSpPr>
          <p:cNvPr id="195" name="Google Shape;195;p8">
            <a:extLst xmlns:a="http://schemas.openxmlformats.org/drawingml/2006/main">
              <a:ext uri="{FF2B5EF4-FFF2-40B4-BE49-F238E27FC236}">
                <a16:creationId xmlns:a16="http://schemas.microsoft.com/office/drawing/2014/main" id="{69AF36A7-FC8B-45FB-BB5E-2D5966AEE905}"/>
              </a:ext>
            </a:extLst>
          </p:cNvPr>
          <p:cNvSpPr>
            <a:spLocks xmlns:a="http://schemas.openxmlformats.org/drawingml/2006/main" noGrp="1"/>
          </p:cNvSpPr>
          <p:nvPr/>
        </p:nvSpPr>
        <p:spPr>
          <a:xfrm xmlns:a="http://schemas.openxmlformats.org/drawingml/2006/main">
            <a:off x="335300" y="8530900"/>
            <a:ext cx="6999600" cy="82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100" b="0">
                <a:solidFill>
                  <a:srgbClr val="202124"/>
                </a:solidFill>
                <a:latin typeface="Google Sans"/>
                <a:ea typeface="Google Sans"/>
                <a:cs typeface="Google Sans"/>
              </a:defRPr>
            </a:defPPr>
            <a:lvl1pPr>
              <a:defRPr sz="1100" b="0">
                <a:solidFill>
                  <a:srgbClr val="202124"/>
                </a:solidFill>
                <a:latin typeface="Google Sans"/>
                <a:ea typeface="Google Sans"/>
                <a:cs typeface="Google Sans"/>
              </a:defRPr>
            </a:lvl1pPr>
            <a:lvl2pPr>
              <a:defRPr sz="1100" b="0">
                <a:solidFill>
                  <a:srgbClr val="202124"/>
                </a:solidFill>
                <a:latin typeface="Google Sans"/>
                <a:ea typeface="Google Sans"/>
                <a:cs typeface="Google Sans"/>
              </a:defRPr>
            </a:lvl2pPr>
            <a:lvl3pPr>
              <a:defRPr sz="1100" b="0">
                <a:solidFill>
                  <a:srgbClr val="202124"/>
                </a:solidFill>
                <a:latin typeface="Google Sans"/>
                <a:ea typeface="Google Sans"/>
                <a:cs typeface="Google Sans"/>
              </a:defRPr>
            </a:lvl3pPr>
            <a:lvl4pPr>
              <a:defRPr sz="1100" b="0">
                <a:solidFill>
                  <a:srgbClr val="202124"/>
                </a:solidFill>
                <a:latin typeface="Google Sans"/>
                <a:ea typeface="Google Sans"/>
                <a:cs typeface="Google Sans"/>
              </a:defRPr>
            </a:lvl4pPr>
            <a:lvl5pPr>
              <a:defRPr sz="1100" b="0">
                <a:solidFill>
                  <a:srgbClr val="202124"/>
                </a:solidFill>
                <a:latin typeface="Google Sans"/>
                <a:ea typeface="Google Sans"/>
                <a:cs typeface="Google Sans"/>
              </a:defRPr>
            </a:lvl5pPr>
            <a:lvl6pPr>
              <a:defRPr sz="1100" b="0">
                <a:solidFill>
                  <a:srgbClr val="202124"/>
                </a:solidFill>
                <a:latin typeface="Google Sans"/>
                <a:ea typeface="Google Sans"/>
                <a:cs typeface="Google Sans"/>
              </a:defRPr>
            </a:lvl6pPr>
            <a:lvl7pPr>
              <a:defRPr sz="1100" b="0">
                <a:solidFill>
                  <a:srgbClr val="202124"/>
                </a:solidFill>
                <a:latin typeface="Google Sans"/>
                <a:ea typeface="Google Sans"/>
                <a:cs typeface="Google Sans"/>
              </a:defRPr>
            </a:lvl7pPr>
            <a:lvl8pPr>
              <a:defRPr sz="1100" b="0">
                <a:solidFill>
                  <a:srgbClr val="202124"/>
                </a:solidFill>
                <a:latin typeface="Google Sans"/>
                <a:ea typeface="Google Sans"/>
                <a:cs typeface="Google Sans"/>
              </a:defRPr>
            </a:lvl8pPr>
            <a:lvl9pPr>
              <a:defRPr sz="1100" b="0">
                <a:solidFill>
                  <a:srgbClr val="202124"/>
                </a:solidFill>
                <a:latin typeface="Google Sans"/>
                <a:ea typeface="Google Sans"/>
                <a:cs typeface="Google Sans"/>
              </a:defRPr>
            </a:lvl9pPr>
          </a:lstStyle>
          <a:p xmlns:a="http://schemas.openxmlformats.org/drawingml/2006/main">
            <a:pPr marL="457200" lvl="0" indent="-298450" algn="l">
              <a:spcBef>
                <a:spcPts val="0"/>
              </a:spcBef>
              <a:spcAft>
                <a:spcPts val="0"/>
              </a:spcAft>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Study the food category in more detail and review the six videos in the top three categories separately. Test promising topics on a limited scale before allocating more production. Use equal observation windows to judge whether results repeat.</a:t>
            </a:r>
            <a:endParaRPr sz="1100" b="1">
              <a:latin typeface="Google Sans"/>
              <a:ea typeface="Google Sans"/>
              <a:cs typeface="Google Sans"/>
            </a:endParaRPr>
          </a:p>
        </p:txBody>
      </p:sp>
      <p:sp>
        <p:nvSpPr>
          <p:cNvPr id="196" name="Google Shape;196;p8">
            <a:extLst xmlns:a="http://schemas.openxmlformats.org/drawingml/2006/main">
              <a:ext uri="{FF2B5EF4-FFF2-40B4-BE49-F238E27FC236}">
                <a16:creationId xmlns:a16="http://schemas.microsoft.com/office/drawing/2014/main" id="{B3256E46-8520-45AC-9097-71C7511E4729}"/>
              </a:ext>
            </a:extLst>
          </p:cNvPr>
          <p:cNvSpPr>
            <a:spLocks xmlns:a="http://schemas.openxmlformats.org/drawingml/2006/main" noGrp="1"/>
          </p:cNvSpPr>
          <p:nvPr/>
        </p:nvSpPr>
        <p:spPr>
          <a:xfrm xmlns:a="http://schemas.openxmlformats.org/drawingml/2006/main">
            <a:off x="4554000" y="4662075"/>
            <a:ext cx="2504100" cy="64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SzPts val="358"/>
              <a:buNone/>
            </a:pPr>
            <a:r>
              <a:t/>
            </a:r>
            <a:endParaRPr sz="657" i="1">
              <a:solidFill>
                <a:srgbClr val="000000"/>
              </a:solidFill>
              <a:latin typeface="Lato"/>
              <a:ea typeface="Lato"/>
              <a:cs typeface="Lato"/>
            </a:endParaRPr>
          </a:p>
        </p:txBody>
      </p:sp>
      <p:pic>
        <p:nvPicPr>
          <p:cNvPr id="197" name="">
            <a:extLst xmlns:a="http://schemas.openxmlformats.org/drawingml/2006/main">
              <a:ext uri="{FF2B5EF4-FFF2-40B4-BE49-F238E27FC236}">
                <a16:creationId xmlns:a16="http://schemas.microsoft.com/office/drawing/2014/main" id="{8B6C3A5D-A15A-4068-91CD-DE446BC459A6}"/>
              </a:ext>
            </a:extLst>
          </p:cNvPr>
          <p:cNvPicPr>
            <a:picLocks xmlns:a="http://schemas.openxmlformats.org/drawingml/2006/main" noChangeAspect="1"/>
          </p:cNvPicPr>
          <p:nvPr/>
        </p:nvPicPr>
        <p:blipFill>
          <a:blip xmlns:r="http://schemas.openxmlformats.org/officeDocument/2006/relationships" xmlns:a="http://schemas.openxmlformats.org/drawingml/2006/main" r:embed="R5187e4b80083492a"/>
          <a:stretch xmlns:a="http://schemas.openxmlformats.org/drawingml/2006/main"/>
        </p:blipFill>
        <p:spPr>
          <a:xfrm xmlns:a="http://schemas.openxmlformats.org/drawingml/2006/main">
            <a:off x="1715112" y="5048250"/>
            <a:ext cx="4342175" cy="3143250"/>
          </a:xfrm>
          <a:prstGeom xmlns:a="http://schemas.openxmlformats.org/drawingml/2006/main" prst="rect">
            <a:avLst/>
          </a:prstGeom>
        </p:spPr>
      </p:pic>
    </p:spTree>
    <p:extLst>
      <p:ext uri="{BB962C8B-B14F-4D97-AF65-F5344CB8AC3E}">
        <p14:creationId xmlns:p14="http://schemas.microsoft.com/office/powerpoint/2010/main" val="178595338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87" name="Google Shape;187;p8">
            <a:extLst xmlns:a="http://schemas.openxmlformats.org/drawingml/2006/main">
              <a:ext uri="{FF2B5EF4-FFF2-40B4-BE49-F238E27FC236}">
                <a16:creationId xmlns:a16="http://schemas.microsoft.com/office/drawing/2014/main" id="{01B5B5CF-B7BF-416D-8B3A-4BA57390D468}"/>
              </a:ext>
            </a:extLst>
          </p:cNvPr>
          <p:cNvSpPr>
            <a:spLocks xmlns:a="http://schemas.openxmlformats.org/drawingml/2006/main" noGrp="1"/>
          </p:cNvSpPr>
          <p:nvPr/>
        </p:nvSpPr>
        <p:spPr>
          <a:xfrm xmlns:a="http://schemas.openxmlformats.org/drawingml/2006/main">
            <a:off x="159875" y="441000"/>
            <a:ext cx="7458900" cy="4217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725" b="1">
                <a:solidFill>
                  <a:srgbClr val="202124"/>
                </a:solidFill>
                <a:latin typeface="Google Sans"/>
                <a:ea typeface="Google Sans"/>
                <a:cs typeface="Google Sans"/>
              </a:defRPr>
            </a:defPPr>
            <a:lvl1pPr>
              <a:defRPr sz="1725" b="1">
                <a:solidFill>
                  <a:srgbClr val="202124"/>
                </a:solidFill>
                <a:latin typeface="Google Sans"/>
                <a:ea typeface="Google Sans"/>
                <a:cs typeface="Google Sans"/>
              </a:defRPr>
            </a:lvl1pPr>
            <a:lvl2pPr>
              <a:defRPr sz="1725" b="1">
                <a:solidFill>
                  <a:srgbClr val="202124"/>
                </a:solidFill>
                <a:latin typeface="Google Sans"/>
                <a:ea typeface="Google Sans"/>
                <a:cs typeface="Google Sans"/>
              </a:defRPr>
            </a:lvl2pPr>
            <a:lvl3pPr>
              <a:defRPr sz="1725" b="1">
                <a:solidFill>
                  <a:srgbClr val="202124"/>
                </a:solidFill>
                <a:latin typeface="Google Sans"/>
                <a:ea typeface="Google Sans"/>
                <a:cs typeface="Google Sans"/>
              </a:defRPr>
            </a:lvl3pPr>
            <a:lvl4pPr>
              <a:defRPr sz="1725" b="1">
                <a:solidFill>
                  <a:srgbClr val="202124"/>
                </a:solidFill>
                <a:latin typeface="Google Sans"/>
                <a:ea typeface="Google Sans"/>
                <a:cs typeface="Google Sans"/>
              </a:defRPr>
            </a:lvl4pPr>
            <a:lvl5pPr>
              <a:defRPr sz="1725" b="1">
                <a:solidFill>
                  <a:srgbClr val="202124"/>
                </a:solidFill>
                <a:latin typeface="Google Sans"/>
                <a:ea typeface="Google Sans"/>
                <a:cs typeface="Google Sans"/>
              </a:defRPr>
            </a:lvl5pPr>
            <a:lvl6pPr>
              <a:defRPr sz="1725" b="1">
                <a:solidFill>
                  <a:srgbClr val="202124"/>
                </a:solidFill>
                <a:latin typeface="Google Sans"/>
                <a:ea typeface="Google Sans"/>
                <a:cs typeface="Google Sans"/>
              </a:defRPr>
            </a:lvl6pPr>
            <a:lvl7pPr>
              <a:defRPr sz="1725" b="1">
                <a:solidFill>
                  <a:srgbClr val="202124"/>
                </a:solidFill>
                <a:latin typeface="Google Sans"/>
                <a:ea typeface="Google Sans"/>
                <a:cs typeface="Google Sans"/>
              </a:defRPr>
            </a:lvl7pPr>
            <a:lvl8pPr>
              <a:defRPr sz="1725" b="1">
                <a:solidFill>
                  <a:srgbClr val="202124"/>
                </a:solidFill>
                <a:latin typeface="Google Sans"/>
                <a:ea typeface="Google Sans"/>
                <a:cs typeface="Google Sans"/>
              </a:defRPr>
            </a:lvl8pPr>
            <a:lvl9pPr>
              <a:defRPr sz="1725" b="1">
                <a:solidFill>
                  <a:srgbClr val="202124"/>
                </a:solidFill>
                <a:latin typeface="Google Sans"/>
                <a:ea typeface="Google Sans"/>
                <a:cs typeface="Google Sans"/>
              </a:defRPr>
            </a:lvl9pPr>
          </a:lstStyle>
          <a:p xmlns:a="http://schemas.openxmlformats.org/drawingml/2006/main">
            <a:pPr marL="0" lvl="0" indent="0" algn="ctr">
              <a:lnSpc>
                <a:spcPct val="95000"/>
              </a:lnSpc>
              <a:spcBef>
                <a:spcPts val="0"/>
              </a:spcBef>
              <a:spcAft>
                <a:spcPts val="0"/>
              </a:spcAft>
              <a:buClr>
                <a:schemeClr val="dk1"/>
              </a:buClr>
              <a:buSzPts val="1100"/>
              <a:buFont typeface="Arial"/>
              <a:buNone/>
              <a:defRPr sz="1725" b="1">
                <a:solidFill>
                  <a:srgbClr val="202124"/>
                </a:solidFill>
                <a:latin typeface="Google Sans"/>
                <a:ea typeface="Google Sans"/>
                <a:cs typeface="Google Sans"/>
              </a:defRPr>
            </a:pPr>
            <a:r>
              <a:rPr sz="1725" b="1">
                <a:solidFill>
                  <a:srgbClr val="202124"/>
                </a:solidFill>
                <a:latin typeface="Google Sans"/>
                <a:ea typeface="Google Sans"/>
                <a:cs typeface="Google Sans"/>
              </a:rPr>
              <a:t>2023 Category Performance</a:t>
            </a:r>
            <a:endParaRPr sz="2100" b="1">
              <a:latin typeface="Google Sans"/>
              <a:ea typeface="Google Sans"/>
              <a:cs typeface="Google Sans"/>
            </a:endParaRPr>
          </a:p>
        </p:txBody>
      </p:sp>
      <p:sp>
        <p:nvSpPr>
          <p:cNvPr id="188" name="Google Shape;188;p8">
            <a:extLst xmlns:a="http://schemas.openxmlformats.org/drawingml/2006/main">
              <a:ext uri="{FF2B5EF4-FFF2-40B4-BE49-F238E27FC236}">
                <a16:creationId xmlns:a16="http://schemas.microsoft.com/office/drawing/2014/main" id="{1C4B4964-177A-4BBB-B918-A8DFFBD302FA}"/>
              </a:ext>
            </a:extLst>
          </p:cNvPr>
          <p:cNvSpPr>
            <a:spLocks xmlns:a="http://schemas.openxmlformats.org/drawingml/2006/main" noGrp="1"/>
          </p:cNvSpPr>
          <p:nvPr/>
        </p:nvSpPr>
        <p:spPr>
          <a:xfrm xmlns:a="http://schemas.openxmlformats.org/drawingml/2006/main">
            <a:off x="1763100" y="948050"/>
            <a:ext cx="4246200" cy="7558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050" b="0">
                <a:solidFill>
                  <a:srgbClr val="202124"/>
                </a:solidFill>
                <a:latin typeface="PT Sans Narrow"/>
                <a:ea typeface="PT Sans Narrow"/>
                <a:cs typeface="PT Sans Narrow"/>
              </a:defRPr>
            </a:defPPr>
            <a:lvl1pPr>
              <a:defRPr sz="1050" b="0">
                <a:solidFill>
                  <a:srgbClr val="202124"/>
                </a:solidFill>
                <a:latin typeface="PT Sans Narrow"/>
                <a:ea typeface="PT Sans Narrow"/>
                <a:cs typeface="PT Sans Narrow"/>
              </a:defRPr>
            </a:lvl1pPr>
            <a:lvl2pPr>
              <a:defRPr sz="1050" b="0">
                <a:solidFill>
                  <a:srgbClr val="202124"/>
                </a:solidFill>
                <a:latin typeface="PT Sans Narrow"/>
                <a:ea typeface="PT Sans Narrow"/>
                <a:cs typeface="PT Sans Narrow"/>
              </a:defRPr>
            </a:lvl2pPr>
            <a:lvl3pPr>
              <a:defRPr sz="1050" b="0">
                <a:solidFill>
                  <a:srgbClr val="202124"/>
                </a:solidFill>
                <a:latin typeface="PT Sans Narrow"/>
                <a:ea typeface="PT Sans Narrow"/>
                <a:cs typeface="PT Sans Narrow"/>
              </a:defRPr>
            </a:lvl3pPr>
            <a:lvl4pPr>
              <a:defRPr sz="1050" b="0">
                <a:solidFill>
                  <a:srgbClr val="202124"/>
                </a:solidFill>
                <a:latin typeface="PT Sans Narrow"/>
                <a:ea typeface="PT Sans Narrow"/>
                <a:cs typeface="PT Sans Narrow"/>
              </a:defRPr>
            </a:lvl4pPr>
            <a:lvl5pPr>
              <a:defRPr sz="1050" b="0">
                <a:solidFill>
                  <a:srgbClr val="202124"/>
                </a:solidFill>
                <a:latin typeface="PT Sans Narrow"/>
                <a:ea typeface="PT Sans Narrow"/>
                <a:cs typeface="PT Sans Narrow"/>
              </a:defRPr>
            </a:lvl5pPr>
            <a:lvl6pPr>
              <a:defRPr sz="1050" b="0">
                <a:solidFill>
                  <a:srgbClr val="202124"/>
                </a:solidFill>
                <a:latin typeface="PT Sans Narrow"/>
                <a:ea typeface="PT Sans Narrow"/>
                <a:cs typeface="PT Sans Narrow"/>
              </a:defRPr>
            </a:lvl6pPr>
            <a:lvl7pPr>
              <a:defRPr sz="1050" b="0">
                <a:solidFill>
                  <a:srgbClr val="202124"/>
                </a:solidFill>
                <a:latin typeface="PT Sans Narrow"/>
                <a:ea typeface="PT Sans Narrow"/>
                <a:cs typeface="PT Sans Narrow"/>
              </a:defRPr>
            </a:lvl7pPr>
            <a:lvl8pPr>
              <a:defRPr sz="1050" b="0">
                <a:solidFill>
                  <a:srgbClr val="202124"/>
                </a:solidFill>
                <a:latin typeface="PT Sans Narrow"/>
                <a:ea typeface="PT Sans Narrow"/>
                <a:cs typeface="PT Sans Narrow"/>
              </a:defRPr>
            </a:lvl8pPr>
            <a:lvl9pPr>
              <a:defRPr sz="1050" b="0">
                <a:solidFill>
                  <a:srgbClr val="202124"/>
                </a:solidFill>
                <a:latin typeface="PT Sans Narrow"/>
                <a:ea typeface="PT Sans Narrow"/>
                <a:cs typeface="PT Sans Narrow"/>
              </a:defRPr>
            </a:lvl9pPr>
          </a:lstStyle>
          <a:p xmlns:a="http://schemas.openxmlformats.org/drawingml/2006/main">
            <a:pPr marL="0" lvl="0" indent="0" algn="ctr">
              <a:lnSpc>
                <a:spcPct val="115000"/>
              </a:lnSpc>
              <a:spcBef>
                <a:spcPts val="0"/>
              </a:spcBef>
              <a:spcAft>
                <a:spcPts val="1200"/>
              </a:spcAft>
              <a:buNone/>
              <a:defRPr sz="1050" b="0">
                <a:solidFill>
                  <a:srgbClr val="202124"/>
                </a:solidFill>
                <a:latin typeface="PT Sans Narrow"/>
                <a:ea typeface="PT Sans Narrow"/>
                <a:cs typeface="PT Sans Narrow"/>
              </a:defRPr>
            </a:pPr>
            <a:r>
              <a:rPr sz="1050" b="0">
                <a:solidFill>
                  <a:srgbClr val="202124"/>
                </a:solidFill>
                <a:latin typeface="PT Sans Narrow"/>
                <a:ea typeface="PT Sans Narrow"/>
                <a:cs typeface="PT Sans Narrow"/>
              </a:rPr>
              <a:t>Category analysis by Marco Cruz · Executive summary 2 of 5</a:t>
            </a:r>
            <a:endParaRPr sz="1200">
              <a:solidFill>
                <a:srgbClr val="000000"/>
              </a:solidFill>
              <a:latin typeface="PT Sans Narrow"/>
              <a:ea typeface="PT Sans Narrow"/>
              <a:cs typeface="PT Sans Narrow"/>
            </a:endParaRPr>
          </a:p>
        </p:txBody>
      </p:sp>
      <p:sp>
        <p:nvSpPr>
          <p:cNvPr id="189" name="Google Shape;189;p8">
            <a:extLst xmlns:a="http://schemas.openxmlformats.org/drawingml/2006/main">
              <a:ext uri="{FF2B5EF4-FFF2-40B4-BE49-F238E27FC236}">
                <a16:creationId xmlns:a16="http://schemas.microsoft.com/office/drawing/2014/main" id="{5CF8A6C7-53B8-4537-9825-894434CDEAA2}"/>
              </a:ext>
            </a:extLst>
          </p:cNvPr>
          <p:cNvSpPr>
            <a:spLocks xmlns:a="http://schemas.openxmlformats.org/drawingml/2006/main" noGrp="1"/>
          </p:cNvSpPr>
          <p:nvPr/>
        </p:nvSpPr>
        <p:spPr>
          <a:xfrm xmlns:a="http://schemas.openxmlformats.org/drawingml/2006/main">
            <a:off x="2169275" y="1437300"/>
            <a:ext cx="5449500" cy="12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100" b="0">
                <a:solidFill>
                  <a:srgbClr val="202124"/>
                </a:solidFill>
                <a:latin typeface="Google Sans"/>
                <a:ea typeface="Google Sans"/>
                <a:cs typeface="Google Sans"/>
              </a:defRPr>
            </a:defPPr>
            <a:lvl1pPr>
              <a:defRPr sz="1100" b="0">
                <a:solidFill>
                  <a:srgbClr val="202124"/>
                </a:solidFill>
                <a:latin typeface="Google Sans"/>
                <a:ea typeface="Google Sans"/>
                <a:cs typeface="Google Sans"/>
              </a:defRPr>
            </a:lvl1pPr>
            <a:lvl2pPr>
              <a:defRPr sz="1100" b="0">
                <a:solidFill>
                  <a:srgbClr val="202124"/>
                </a:solidFill>
                <a:latin typeface="Google Sans"/>
                <a:ea typeface="Google Sans"/>
                <a:cs typeface="Google Sans"/>
              </a:defRPr>
            </a:lvl2pPr>
            <a:lvl3pPr>
              <a:defRPr sz="1100" b="0">
                <a:solidFill>
                  <a:srgbClr val="202124"/>
                </a:solidFill>
                <a:latin typeface="Google Sans"/>
                <a:ea typeface="Google Sans"/>
                <a:cs typeface="Google Sans"/>
              </a:defRPr>
            </a:lvl3pPr>
            <a:lvl4pPr>
              <a:defRPr sz="1100" b="0">
                <a:solidFill>
                  <a:srgbClr val="202124"/>
                </a:solidFill>
                <a:latin typeface="Google Sans"/>
                <a:ea typeface="Google Sans"/>
                <a:cs typeface="Google Sans"/>
              </a:defRPr>
            </a:lvl4pPr>
            <a:lvl5pPr>
              <a:defRPr sz="1100" b="0">
                <a:solidFill>
                  <a:srgbClr val="202124"/>
                </a:solidFill>
                <a:latin typeface="Google Sans"/>
                <a:ea typeface="Google Sans"/>
                <a:cs typeface="Google Sans"/>
              </a:defRPr>
            </a:lvl5pPr>
            <a:lvl6pPr>
              <a:defRPr sz="1100" b="0">
                <a:solidFill>
                  <a:srgbClr val="202124"/>
                </a:solidFill>
                <a:latin typeface="Google Sans"/>
                <a:ea typeface="Google Sans"/>
                <a:cs typeface="Google Sans"/>
              </a:defRPr>
            </a:lvl6pPr>
            <a:lvl7pPr>
              <a:defRPr sz="1100" b="0">
                <a:solidFill>
                  <a:srgbClr val="202124"/>
                </a:solidFill>
                <a:latin typeface="Google Sans"/>
                <a:ea typeface="Google Sans"/>
                <a:cs typeface="Google Sans"/>
              </a:defRPr>
            </a:lvl7pPr>
            <a:lvl8pPr>
              <a:defRPr sz="1100" b="0">
                <a:solidFill>
                  <a:srgbClr val="202124"/>
                </a:solidFill>
                <a:latin typeface="Google Sans"/>
                <a:ea typeface="Google Sans"/>
                <a:cs typeface="Google Sans"/>
              </a:defRPr>
            </a:lvl8pPr>
            <a:lvl9pPr>
              <a:defRPr sz="1100" b="0">
                <a:solidFill>
                  <a:srgbClr val="202124"/>
                </a:solidFill>
                <a:latin typeface="Google Sans"/>
                <a:ea typeface="Google Sans"/>
                <a:cs typeface="Google Sans"/>
              </a:defRPr>
            </a:lvl9pPr>
          </a:lstStyle>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rgbClr val="FFFFFF"/>
                </a:highlight>
                <a:latin typeface="Google Sans"/>
                <a:ea typeface="Google Sans"/>
                <a:cs typeface="Google Sans"/>
              </a:rPr>
              <a:t>For videos published in 2023, Liver &amp; Gallbladder Health ranks first at 903,324 median lifetime views with two videos. Kidney &amp; Urinary Health follows at 791,322 with four. General Health &amp; Lifestyle reaches 439,345 with four.</a:t>
            </a:r>
            <a:endParaRPr sz="1100">
              <a:solidFill>
                <a:schemeClr val="dk1"/>
              </a:solidFill>
              <a:latin typeface="Google Sans"/>
              <a:ea typeface="Google Sans"/>
              <a:cs typeface="Google Sans"/>
            </a:endParaRPr>
          </a:p>
        </p:txBody>
      </p:sp>
      <p:sp>
        <p:nvSpPr>
          <p:cNvPr id="191" name="Google Shape;191;p8">
            <a:extLst xmlns:a="http://schemas.openxmlformats.org/drawingml/2006/main">
              <a:ext uri="{FF2B5EF4-FFF2-40B4-BE49-F238E27FC236}">
                <a16:creationId xmlns:a16="http://schemas.microsoft.com/office/drawing/2014/main" id="{E2B07DF2-9EE8-49FF-B9D6-B6187B026BEB}"/>
              </a:ext>
            </a:extLst>
          </p:cNvPr>
          <p:cNvSpPr>
            <a:spLocks xmlns:a="http://schemas.openxmlformats.org/drawingml/2006/main" noGrp="1"/>
          </p:cNvSpPr>
          <p:nvPr/>
        </p:nvSpPr>
        <p:spPr>
          <a:xfrm xmlns:a="http://schemas.openxmlformats.org/drawingml/2006/main">
            <a:off x="2169275" y="2430200"/>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100" b="0">
                <a:solidFill>
                  <a:srgbClr val="202124"/>
                </a:solidFill>
                <a:latin typeface="Google Sans"/>
                <a:ea typeface="Google Sans"/>
                <a:cs typeface="Google Sans"/>
              </a:defRPr>
            </a:defPPr>
            <a:lvl1pPr>
              <a:defRPr sz="1100" b="0">
                <a:solidFill>
                  <a:srgbClr val="202124"/>
                </a:solidFill>
                <a:latin typeface="Google Sans"/>
                <a:ea typeface="Google Sans"/>
                <a:cs typeface="Google Sans"/>
              </a:defRPr>
            </a:lvl1pPr>
            <a:lvl2pPr>
              <a:defRPr sz="1100" b="0">
                <a:solidFill>
                  <a:srgbClr val="202124"/>
                </a:solidFill>
                <a:latin typeface="Google Sans"/>
                <a:ea typeface="Google Sans"/>
                <a:cs typeface="Google Sans"/>
              </a:defRPr>
            </a:lvl2pPr>
            <a:lvl3pPr>
              <a:defRPr sz="1100" b="0">
                <a:solidFill>
                  <a:srgbClr val="202124"/>
                </a:solidFill>
                <a:latin typeface="Google Sans"/>
                <a:ea typeface="Google Sans"/>
                <a:cs typeface="Google Sans"/>
              </a:defRPr>
            </a:lvl3pPr>
            <a:lvl4pPr>
              <a:defRPr sz="1100" b="0">
                <a:solidFill>
                  <a:srgbClr val="202124"/>
                </a:solidFill>
                <a:latin typeface="Google Sans"/>
                <a:ea typeface="Google Sans"/>
                <a:cs typeface="Google Sans"/>
              </a:defRPr>
            </a:lvl4pPr>
            <a:lvl5pPr>
              <a:defRPr sz="1100" b="0">
                <a:solidFill>
                  <a:srgbClr val="202124"/>
                </a:solidFill>
                <a:latin typeface="Google Sans"/>
                <a:ea typeface="Google Sans"/>
                <a:cs typeface="Google Sans"/>
              </a:defRPr>
            </a:lvl5pPr>
            <a:lvl6pPr>
              <a:defRPr sz="1100" b="0">
                <a:solidFill>
                  <a:srgbClr val="202124"/>
                </a:solidFill>
                <a:latin typeface="Google Sans"/>
                <a:ea typeface="Google Sans"/>
                <a:cs typeface="Google Sans"/>
              </a:defRPr>
            </a:lvl6pPr>
            <a:lvl7pPr>
              <a:defRPr sz="1100" b="0">
                <a:solidFill>
                  <a:srgbClr val="202124"/>
                </a:solidFill>
                <a:latin typeface="Google Sans"/>
                <a:ea typeface="Google Sans"/>
                <a:cs typeface="Google Sans"/>
              </a:defRPr>
            </a:lvl7pPr>
            <a:lvl8pPr>
              <a:defRPr sz="1100" b="0">
                <a:solidFill>
                  <a:srgbClr val="202124"/>
                </a:solidFill>
                <a:latin typeface="Google Sans"/>
                <a:ea typeface="Google Sans"/>
                <a:cs typeface="Google Sans"/>
              </a:defRPr>
            </a:lvl8pPr>
            <a:lvl9pPr>
              <a:defRPr sz="1100" b="0">
                <a:solidFill>
                  <a:srgbClr val="202124"/>
                </a:solidFill>
                <a:latin typeface="Google Sans"/>
                <a:ea typeface="Google Sans"/>
                <a:cs typeface="Google Sans"/>
              </a:defRPr>
            </a:lvl9pPr>
          </a:lstStyle>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The leading groups are small. With two videos, the median is the average of the two observations and offers little protection against an exceptional result. These are accumulated views for the 2023 publication cohort, not views earned during 2023.</a:t>
            </a:r>
            <a:endParaRPr sz="1100">
              <a:latin typeface="Google Sans"/>
              <a:ea typeface="Google Sans"/>
              <a:cs typeface="Google Sans"/>
            </a:endParaRPr>
          </a:p>
        </p:txBody>
      </p:sp>
      <p:sp>
        <p:nvSpPr>
          <p:cNvPr id="192" name="Google Shape;192;p8">
            <a:extLst xmlns:a="http://schemas.openxmlformats.org/drawingml/2006/main">
              <a:ext uri="{FF2B5EF4-FFF2-40B4-BE49-F238E27FC236}">
                <a16:creationId xmlns:a16="http://schemas.microsoft.com/office/drawing/2014/main" id="{60C9E930-6147-4CFD-9E7D-4C8B3480BC35}"/>
              </a:ext>
            </a:extLst>
          </p:cNvPr>
          <p:cNvSpPr>
            <a:spLocks xmlns:a="http://schemas.openxmlformats.org/drawingml/2006/main" noGrp="1"/>
          </p:cNvSpPr>
          <p:nvPr/>
        </p:nvSpPr>
        <p:spPr>
          <a:xfrm xmlns:a="http://schemas.openxmlformats.org/drawingml/2006/main">
            <a:off x="2169275" y="3433925"/>
            <a:ext cx="5449500" cy="103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100" b="0">
                <a:solidFill>
                  <a:srgbClr val="202124"/>
                </a:solidFill>
                <a:latin typeface="Google Sans"/>
                <a:ea typeface="Google Sans"/>
                <a:cs typeface="Google Sans"/>
              </a:defRPr>
            </a:defPPr>
            <a:lvl1pPr>
              <a:defRPr sz="1100" b="0">
                <a:solidFill>
                  <a:srgbClr val="202124"/>
                </a:solidFill>
                <a:latin typeface="Google Sans"/>
                <a:ea typeface="Google Sans"/>
                <a:cs typeface="Google Sans"/>
              </a:defRPr>
            </a:lvl1pPr>
            <a:lvl2pPr>
              <a:defRPr sz="1100" b="0">
                <a:solidFill>
                  <a:srgbClr val="202124"/>
                </a:solidFill>
                <a:latin typeface="Google Sans"/>
                <a:ea typeface="Google Sans"/>
                <a:cs typeface="Google Sans"/>
              </a:defRPr>
            </a:lvl2pPr>
            <a:lvl3pPr>
              <a:defRPr sz="1100" b="0">
                <a:solidFill>
                  <a:srgbClr val="202124"/>
                </a:solidFill>
                <a:latin typeface="Google Sans"/>
                <a:ea typeface="Google Sans"/>
                <a:cs typeface="Google Sans"/>
              </a:defRPr>
            </a:lvl3pPr>
            <a:lvl4pPr>
              <a:defRPr sz="1100" b="0">
                <a:solidFill>
                  <a:srgbClr val="202124"/>
                </a:solidFill>
                <a:latin typeface="Google Sans"/>
                <a:ea typeface="Google Sans"/>
                <a:cs typeface="Google Sans"/>
              </a:defRPr>
            </a:lvl4pPr>
            <a:lvl5pPr>
              <a:defRPr sz="1100" b="0">
                <a:solidFill>
                  <a:srgbClr val="202124"/>
                </a:solidFill>
                <a:latin typeface="Google Sans"/>
                <a:ea typeface="Google Sans"/>
                <a:cs typeface="Google Sans"/>
              </a:defRPr>
            </a:lvl5pPr>
            <a:lvl6pPr>
              <a:defRPr sz="1100" b="0">
                <a:solidFill>
                  <a:srgbClr val="202124"/>
                </a:solidFill>
                <a:latin typeface="Google Sans"/>
                <a:ea typeface="Google Sans"/>
                <a:cs typeface="Google Sans"/>
              </a:defRPr>
            </a:lvl6pPr>
            <a:lvl7pPr>
              <a:defRPr sz="1100" b="0">
                <a:solidFill>
                  <a:srgbClr val="202124"/>
                </a:solidFill>
                <a:latin typeface="Google Sans"/>
                <a:ea typeface="Google Sans"/>
                <a:cs typeface="Google Sans"/>
              </a:defRPr>
            </a:lvl7pPr>
            <a:lvl8pPr>
              <a:defRPr sz="1100" b="0">
                <a:solidFill>
                  <a:srgbClr val="202124"/>
                </a:solidFill>
                <a:latin typeface="Google Sans"/>
                <a:ea typeface="Google Sans"/>
                <a:cs typeface="Google Sans"/>
              </a:defRPr>
            </a:lvl8pPr>
            <a:lvl9pPr>
              <a:defRPr sz="1100" b="0">
                <a:solidFill>
                  <a:srgbClr val="202124"/>
                </a:solidFill>
                <a:latin typeface="Google Sans"/>
                <a:ea typeface="Google Sans"/>
                <a:cs typeface="Google Sans"/>
              </a:defRPr>
            </a:lvl9pPr>
          </a:lstStyle>
          <a:p xmlns:a="http://schemas.openxmlformats.org/drawingml/2006/main">
            <a:pPr marL="0" lvl="0" indent="0" algn="l">
              <a:spcBef>
                <a:spcPts val="0"/>
              </a:spcBef>
              <a:spcAft>
                <a:spcPts val="0"/>
              </a:spcAft>
              <a:buClr>
                <a:schemeClr val="dk1"/>
              </a:buClr>
              <a:buSzPts val="1100"/>
              <a:buFont typeface="Arial"/>
              <a:buNone/>
              <a:defRPr sz="1100" b="0">
                <a:solidFill>
                  <a:srgbClr val="202124"/>
                </a:solidFill>
                <a:latin typeface="Google Sans"/>
                <a:ea typeface="Google Sans"/>
                <a:cs typeface="Google Sans"/>
              </a:defRPr>
            </a:pPr>
            <a:r>
              <a:rPr sz="1100" b="0">
                <a:solidFill>
                  <a:srgbClr val="202124"/>
                </a:solidFill>
                <a:highlight>
                  <a:schemeClr val="lt1"/>
                </a:highlight>
                <a:latin typeface="Google Sans"/>
                <a:ea typeface="Google Sans"/>
                <a:cs typeface="Google Sans"/>
              </a:rPr>
              <a:t>Skin &amp; Hair Health provides eight observations with a median of 368,732. Food, Herbs &amp; Supplements provides 23 at 323,542. Their larger groups offer more examples for content review, but neither proves that a category will repeat its historical performance.</a:t>
            </a:r>
            <a:endParaRPr sz="1100">
              <a:latin typeface="Google Sans"/>
              <a:ea typeface="Google Sans"/>
              <a:cs typeface="Google Sans"/>
            </a:endParaRPr>
          </a:p>
        </p:txBody>
      </p:sp>
      <p:sp>
        <p:nvSpPr>
          <p:cNvPr id="194" name="Google Shape;194;p8">
            <a:extLst xmlns:a="http://schemas.openxmlformats.org/drawingml/2006/main">
              <a:ext uri="{FF2B5EF4-FFF2-40B4-BE49-F238E27FC236}">
                <a16:creationId xmlns:a16="http://schemas.microsoft.com/office/drawing/2014/main" id="{FC62CC95-EBB4-49DB-8D5B-675C743F079D}"/>
              </a:ext>
            </a:extLst>
          </p:cNvPr>
          <p:cNvSpPr>
            <a:spLocks xmlns:a="http://schemas.openxmlformats.org/drawingml/2006/main" noGrp="1"/>
          </p:cNvSpPr>
          <p:nvPr/>
        </p:nvSpPr>
        <p:spPr>
          <a:xfrm xmlns:a="http://schemas.openxmlformats.org/drawingml/2006/main">
            <a:off x="335300" y="7045400"/>
            <a:ext cx="3969000" cy="36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t/>
            </a:r>
            <a:endParaRPr sz="1200">
              <a:latin typeface="Google Sans"/>
              <a:ea typeface="Google Sans"/>
              <a:cs typeface="Google Sans"/>
            </a:endParaRPr>
          </a:p>
        </p:txBody>
      </p:sp>
      <p:sp>
        <p:nvSpPr>
          <p:cNvPr id="195" name="Google Shape;195;p8">
            <a:extLst xmlns:a="http://schemas.openxmlformats.org/drawingml/2006/main">
              <a:ext uri="{FF2B5EF4-FFF2-40B4-BE49-F238E27FC236}">
                <a16:creationId xmlns:a16="http://schemas.microsoft.com/office/drawing/2014/main" id="{69AF36A7-FC8B-45FB-BB5E-2D5966AEE905}"/>
              </a:ext>
            </a:extLst>
          </p:cNvPr>
          <p:cNvSpPr>
            <a:spLocks xmlns:a="http://schemas.openxmlformats.org/drawingml/2006/main" noGrp="1"/>
          </p:cNvSpPr>
          <p:nvPr/>
        </p:nvSpPr>
        <p:spPr>
          <a:xfrm xmlns:a="http://schemas.openxmlformats.org/drawingml/2006/main">
            <a:off x="335300" y="8530900"/>
            <a:ext cx="6999600" cy="82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defRPr sz="1100" b="0">
                <a:solidFill>
                  <a:srgbClr val="202124"/>
                </a:solidFill>
                <a:latin typeface="Google Sans"/>
                <a:ea typeface="Google Sans"/>
                <a:cs typeface="Google Sans"/>
              </a:defRPr>
            </a:defPPr>
            <a:lvl1pPr>
              <a:defRPr sz="1100" b="0">
                <a:solidFill>
                  <a:srgbClr val="202124"/>
                </a:solidFill>
                <a:latin typeface="Google Sans"/>
                <a:ea typeface="Google Sans"/>
                <a:cs typeface="Google Sans"/>
              </a:defRPr>
            </a:lvl1pPr>
            <a:lvl2pPr>
              <a:defRPr sz="1100" b="0">
                <a:solidFill>
                  <a:srgbClr val="202124"/>
                </a:solidFill>
                <a:latin typeface="Google Sans"/>
                <a:ea typeface="Google Sans"/>
                <a:cs typeface="Google Sans"/>
              </a:defRPr>
            </a:lvl2pPr>
            <a:lvl3pPr>
              <a:defRPr sz="1100" b="0">
                <a:solidFill>
                  <a:srgbClr val="202124"/>
                </a:solidFill>
                <a:latin typeface="Google Sans"/>
                <a:ea typeface="Google Sans"/>
                <a:cs typeface="Google Sans"/>
              </a:defRPr>
            </a:lvl3pPr>
            <a:lvl4pPr>
              <a:defRPr sz="1100" b="0">
                <a:solidFill>
                  <a:srgbClr val="202124"/>
                </a:solidFill>
                <a:latin typeface="Google Sans"/>
                <a:ea typeface="Google Sans"/>
                <a:cs typeface="Google Sans"/>
              </a:defRPr>
            </a:lvl4pPr>
            <a:lvl5pPr>
              <a:defRPr sz="1100" b="0">
                <a:solidFill>
                  <a:srgbClr val="202124"/>
                </a:solidFill>
                <a:latin typeface="Google Sans"/>
                <a:ea typeface="Google Sans"/>
                <a:cs typeface="Google Sans"/>
              </a:defRPr>
            </a:lvl5pPr>
            <a:lvl6pPr>
              <a:defRPr sz="1100" b="0">
                <a:solidFill>
                  <a:srgbClr val="202124"/>
                </a:solidFill>
                <a:latin typeface="Google Sans"/>
                <a:ea typeface="Google Sans"/>
                <a:cs typeface="Google Sans"/>
              </a:defRPr>
            </a:lvl6pPr>
            <a:lvl7pPr>
              <a:defRPr sz="1100" b="0">
                <a:solidFill>
                  <a:srgbClr val="202124"/>
                </a:solidFill>
                <a:latin typeface="Google Sans"/>
                <a:ea typeface="Google Sans"/>
                <a:cs typeface="Google Sans"/>
              </a:defRPr>
            </a:lvl7pPr>
            <a:lvl8pPr>
              <a:defRPr sz="1100" b="0">
                <a:solidFill>
                  <a:srgbClr val="202124"/>
                </a:solidFill>
                <a:latin typeface="Google Sans"/>
                <a:ea typeface="Google Sans"/>
                <a:cs typeface="Google Sans"/>
              </a:defRPr>
            </a:lvl8pPr>
            <a:lvl9pPr>
              <a:defRPr sz="1100" b="0">
                <a:solidFill>
                  <a:srgbClr val="202124"/>
                </a:solidFill>
                <a:latin typeface="Google Sans"/>
                <a:ea typeface="Google Sans"/>
                <a:cs typeface="Google Sans"/>
              </a:defRPr>
            </a:lvl9pPr>
          </a:lstStyle>
          <a:p xmlns:a="http://schemas.openxmlformats.org/drawingml/2006/main">
            <a:pPr marL="457200" lvl="0" indent="-298450" algn="l">
              <a:spcBef>
                <a:spcPts val="0"/>
              </a:spcBef>
              <a:spcAft>
                <a:spcPts val="0"/>
              </a:spcAft>
              <a:buSzPts val="1100"/>
              <a:buFont typeface="Google Sans"/>
              <a:buChar char="●"/>
              <a:defRPr sz="1100" b="0">
                <a:solidFill>
                  <a:srgbClr val="202124"/>
                </a:solidFill>
                <a:latin typeface="Google Sans"/>
                <a:ea typeface="Google Sans"/>
                <a:cs typeface="Google Sans"/>
              </a:defRPr>
            </a:pPr>
            <a:r>
              <a:rPr sz="1100" b="0">
                <a:solidFill>
                  <a:srgbClr val="202124"/>
                </a:solidFill>
                <a:latin typeface="Google Sans"/>
                <a:ea typeface="Google Sans"/>
                <a:cs typeface="Google Sans"/>
              </a:rPr>
              <a:t>Review the liver and kidney videos individually and compare their topics and openings with the larger food and skin groups. Treat any recurring content features as hypotheses for new tests rather than established explanations of reach.</a:t>
            </a:r>
            <a:endParaRPr sz="1100" b="1">
              <a:latin typeface="Google Sans"/>
              <a:ea typeface="Google Sans"/>
              <a:cs typeface="Google Sans"/>
            </a:endParaRPr>
          </a:p>
        </p:txBody>
      </p:sp>
      <p:sp>
        <p:nvSpPr>
          <p:cNvPr id="196" name="Google Shape;196;p8">
            <a:extLst xmlns:a="http://schemas.openxmlformats.org/drawingml/2006/main">
              <a:ext uri="{FF2B5EF4-FFF2-40B4-BE49-F238E27FC236}">
                <a16:creationId xmlns:a16="http://schemas.microsoft.com/office/drawing/2014/main" id="{B3256E46-8520-45AC-9097-71C7511E4729}"/>
              </a:ext>
            </a:extLst>
          </p:cNvPr>
          <p:cNvSpPr>
            <a:spLocks xmlns:a="http://schemas.openxmlformats.org/drawingml/2006/main" noGrp="1"/>
          </p:cNvSpPr>
          <p:nvPr/>
        </p:nvSpPr>
        <p:spPr>
          <a:xfrm xmlns:a="http://schemas.openxmlformats.org/drawingml/2006/main">
            <a:off x="4554000" y="4662075"/>
            <a:ext cx="2504100" cy="64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SzPts val="358"/>
              <a:buNone/>
            </a:pPr>
            <a:r>
              <a:t/>
            </a:r>
            <a:endParaRPr sz="657" i="1">
              <a:solidFill>
                <a:srgbClr val="000000"/>
              </a:solidFill>
              <a:latin typeface="Lato"/>
              <a:ea typeface="Lato"/>
              <a:cs typeface="Lato"/>
            </a:endParaRPr>
          </a:p>
        </p:txBody>
      </p:sp>
      <p:pic>
        <p:nvPicPr>
          <p:cNvPr id="197" name="">
            <a:extLst xmlns:a="http://schemas.openxmlformats.org/drawingml/2006/main">
              <a:ext uri="{FF2B5EF4-FFF2-40B4-BE49-F238E27FC236}">
                <a16:creationId xmlns:a16="http://schemas.microsoft.com/office/drawing/2014/main" id="{FB9B98E8-1A2D-46F4-B570-EB226B8E39E0}"/>
              </a:ext>
            </a:extLst>
          </p:cNvPr>
          <p:cNvPicPr>
            <a:picLocks xmlns:a="http://schemas.openxmlformats.org/drawingml/2006/main" noChangeAspect="1"/>
          </p:cNvPicPr>
          <p:nvPr/>
        </p:nvPicPr>
        <p:blipFill>
          <a:blip xmlns:r="http://schemas.openxmlformats.org/officeDocument/2006/relationships" xmlns:a="http://schemas.openxmlformats.org/drawingml/2006/main" r:embed="R9ebd3539f594498a"/>
          <a:stretch xmlns:a="http://schemas.openxmlformats.org/drawingml/2006/main"/>
        </p:blipFill>
        <p:spPr>
          <a:xfrm xmlns:a="http://schemas.openxmlformats.org/drawingml/2006/main">
            <a:off x="1715112" y="5048250"/>
            <a:ext cx="4342175" cy="3143250"/>
          </a:xfrm>
          <a:prstGeom xmlns:a="http://schemas.openxmlformats.org/drawingml/2006/main" prst="rect">
            <a:avLst/>
          </a:prstGeom>
        </p:spPr>
      </p:pic>
    </p:spTree>
    <p:extLst>
      <p:ext uri="{BB962C8B-B14F-4D97-AF65-F5344CB8AC3E}">
        <p14:creationId xmlns:p14="http://schemas.microsoft.com/office/powerpoint/2010/main" val="1785953380"/>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2026-10-17T06:47:14.3170000Z</dcterms:created>
  <dcterms:modified xsi:type="dcterms:W3CDTF">2026-10-17T06:47:14.3170000Z</dcterms:modified>
</coreProperties>
</file>